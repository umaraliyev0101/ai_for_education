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22531-9C71-4BEA-ABD8-D46941B16598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D5521-AD09-4CC2-822B-24B8FABB8E27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907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22531-9C71-4BEA-ABD8-D46941B16598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D5521-AD09-4CC2-822B-24B8FABB8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028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22531-9C71-4BEA-ABD8-D46941B16598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D5521-AD09-4CC2-822B-24B8FABB8E27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761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22531-9C71-4BEA-ABD8-D46941B16598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D5521-AD09-4CC2-822B-24B8FABB8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37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22531-9C71-4BEA-ABD8-D46941B16598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D5521-AD09-4CC2-822B-24B8FABB8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973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22531-9C71-4BEA-ABD8-D46941B16598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D5521-AD09-4CC2-822B-24B8FABB8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97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22531-9C71-4BEA-ABD8-D46941B16598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D5521-AD09-4CC2-822B-24B8FABB8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943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B22531-9C71-4BEA-ABD8-D46941B16598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5D5521-AD09-4CC2-822B-24B8FABB8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30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22531-9C71-4BEA-ABD8-D46941B16598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D5521-AD09-4CC2-822B-24B8FABB8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696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22531-9C71-4BEA-ABD8-D46941B16598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D5521-AD09-4CC2-822B-24B8FABB8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192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22531-9C71-4BEA-ABD8-D46941B16598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D5521-AD09-4CC2-822B-24B8FABB8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207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B22531-9C71-4BEA-ABD8-D46941B16598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55D5521-AD09-4CC2-822B-24B8FABB8E27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50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77833D-DB8B-43C0-9D80-26185C9B7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err="1"/>
              <a:t>Axborot</a:t>
            </a:r>
            <a:r>
              <a:rPr lang="en-US" dirty="0"/>
              <a:t> </a:t>
            </a:r>
            <a:r>
              <a:rPr lang="en-US" dirty="0" err="1"/>
              <a:t>texnologiyalari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spot </a:t>
            </a:r>
            <a:r>
              <a:rPr lang="en-US" dirty="0" err="1"/>
              <a:t>kafedrasi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553817-BE61-441F-8B75-2E1EC20FD9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A.Abdumanonov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2B5ACD-BD73-4D12-A408-8645088FC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638" y="287738"/>
            <a:ext cx="1943282" cy="194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98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C12A42-2939-4E42-9FE7-36FDBA77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Kafedra</a:t>
            </a:r>
            <a:r>
              <a:rPr lang="en-US" dirty="0"/>
              <a:t> </a:t>
            </a:r>
            <a:r>
              <a:rPr lang="en-US" dirty="0" err="1"/>
              <a:t>ilmiy</a:t>
            </a:r>
            <a:r>
              <a:rPr lang="en-US" dirty="0"/>
              <a:t> </a:t>
            </a:r>
            <a:r>
              <a:rPr lang="en-US" dirty="0" err="1"/>
              <a:t>izlanuvchialri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090B51B-F708-41AE-9B47-E9AB5E6DB9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4950097"/>
              </p:ext>
            </p:extLst>
          </p:nvPr>
        </p:nvGraphicFramePr>
        <p:xfrm>
          <a:off x="654341" y="1846263"/>
          <a:ext cx="11090246" cy="433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633">
                  <a:extLst>
                    <a:ext uri="{9D8B030D-6E8A-4147-A177-3AD203B41FA5}">
                      <a16:colId xmlns:a16="http://schemas.microsoft.com/office/drawing/2014/main" val="701234884"/>
                    </a:ext>
                  </a:extLst>
                </a:gridCol>
                <a:gridCol w="4605556">
                  <a:extLst>
                    <a:ext uri="{9D8B030D-6E8A-4147-A177-3AD203B41FA5}">
                      <a16:colId xmlns:a16="http://schemas.microsoft.com/office/drawing/2014/main" val="1663538340"/>
                    </a:ext>
                  </a:extLst>
                </a:gridCol>
                <a:gridCol w="3456264">
                  <a:extLst>
                    <a:ext uri="{9D8B030D-6E8A-4147-A177-3AD203B41FA5}">
                      <a16:colId xmlns:a16="http://schemas.microsoft.com/office/drawing/2014/main" val="2917142496"/>
                    </a:ext>
                  </a:extLst>
                </a:gridCol>
                <a:gridCol w="1224793">
                  <a:extLst>
                    <a:ext uri="{9D8B030D-6E8A-4147-A177-3AD203B41FA5}">
                      <a16:colId xmlns:a16="http://schemas.microsoft.com/office/drawing/2014/main" val="2662956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FIO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Mavzu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Ixtisosligi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bajarilishi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143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+mn-lt"/>
                        </a:rPr>
                        <a:t>Abdumanonov</a:t>
                      </a:r>
                      <a:r>
                        <a:rPr lang="en-US" sz="1600" dirty="0">
                          <a:latin typeface="+mn-lt"/>
                        </a:rPr>
                        <a:t> A.A.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z-Cyrl-UZ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Davolash-tashxislash jarayonini boshqarish modeli va algoritmlari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z-Cyrl-UZ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05.01.02 – Tizimli tahlil, boshqaruv va axborotni qayta ishlash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100%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77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z-Cyrl-UZ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Jarqinova D.A.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“Bo’lg’usi aniq fan o’qituvchilarini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fanlararo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hamkorlikda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z-Cyrl-UZ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antifrustratsion ko’nikmalarini rivojlantirish”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13.00.01- Pedagogika nazariyasi. Pedagogik tahlimotlar tarixi(pedagogika fanlari) 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50%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192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Melibayeva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F.M.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Axborot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texnologiyalaridan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foydalanish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orqali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kelib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chiqadigan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kasalliklar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ularni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oldini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olish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Ilmiy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raxbar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iqtisoslik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tanlanmagan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15%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013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Rayimov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A.X.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Tibbiy ta’lim talabalarida sog’lom turmush tarzini shakillantirishda elektiv kurslardan fjydalanish texnikasi (jismoniy tarbiya va sport mashg’ulotlari misolida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5816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SHaripova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Dilyara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Djumaniyazova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pedagogika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fanlari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doltori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professor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10 %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996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Babayev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A.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Sportchilarning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psixologik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emotsional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holatni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mo’tadillashtirishning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uslubiy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asoslari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Xonkeldiyev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.H prof. 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10.%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2529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Mo’ydinov F.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Masofaviy ta’lim tizmini  intelektual algoritmlari va “bulutli “ texnologiyalar asosida tashkil qilish </a:t>
                      </a:r>
                      <a:endParaRPr lang="ru-RU" sz="16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Xalilov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</a:t>
                      </a:r>
                      <a:r>
                        <a:rPr lang="uz-Cyrl-UZ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A.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20%</a:t>
                      </a:r>
                      <a:endParaRPr lang="ru-RU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8628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211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4AFED-E772-4024-A824-B96B9BFC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Abdumanonov</a:t>
            </a:r>
            <a:r>
              <a:rPr lang="en-US" dirty="0"/>
              <a:t> A.A.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7B86F81-C502-45CA-A98E-151B65D4FC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13543" y="1845735"/>
            <a:ext cx="2759306" cy="4022725"/>
          </a:xfrm>
          <a:prstGeom prst="rect">
            <a:avLst/>
          </a:prstGeo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F8E60987-B232-4966-9660-A857589ED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8110" y="1845735"/>
            <a:ext cx="6667570" cy="4023360"/>
          </a:xfrm>
        </p:spPr>
        <p:txBody>
          <a:bodyPr/>
          <a:lstStyle/>
          <a:p>
            <a:r>
              <a:rPr lang="en-US" b="1" dirty="0">
                <a:solidFill>
                  <a:schemeClr val="dk1"/>
                </a:solidFill>
              </a:rPr>
              <a:t>“</a:t>
            </a:r>
            <a:r>
              <a:rPr lang="uz-Cyrl-UZ" b="1" dirty="0">
                <a:solidFill>
                  <a:schemeClr val="dk1"/>
                </a:solidFill>
              </a:rPr>
              <a:t>Davolash-tashxislash jarayonini boshqarish modeli va algoritmlari</a:t>
            </a:r>
            <a:r>
              <a:rPr lang="en-US" b="1" dirty="0">
                <a:solidFill>
                  <a:schemeClr val="dk1"/>
                </a:solidFill>
              </a:rPr>
              <a:t>” (</a:t>
            </a:r>
            <a:r>
              <a:rPr lang="uz-Cyrl-UZ" b="1" dirty="0">
                <a:solidFill>
                  <a:schemeClr val="dk1"/>
                </a:solidFill>
              </a:rPr>
              <a:t>05.01.02 – Tizimli tahlil, boshqaruv va axborotni qayta ishlash</a:t>
            </a:r>
            <a:r>
              <a:rPr lang="en-US" b="1" dirty="0">
                <a:solidFill>
                  <a:schemeClr val="dk1"/>
                </a:solidFill>
              </a:rPr>
              <a:t>)</a:t>
            </a:r>
          </a:p>
          <a:p>
            <a:r>
              <a:rPr lang="uz-Cyrl-UZ" dirty="0"/>
              <a:t>Raqamli texnologiyalar va sunʼiy intellektni rivojlantirish ilmiy-tadqiqot instituti huzuridagi ilmiy darajalar beruvchi dsc.13/30.12.2021.t.142.01 raqamli ilmiy kengash</a:t>
            </a:r>
            <a:r>
              <a:rPr lang="en-US" dirty="0" err="1"/>
              <a:t>ga</a:t>
            </a:r>
            <a:r>
              <a:rPr lang="en-US" dirty="0"/>
              <a:t> </a:t>
            </a:r>
            <a:r>
              <a:rPr lang="en-US" dirty="0" err="1"/>
              <a:t>topshirilgan</a:t>
            </a:r>
            <a:r>
              <a:rPr lang="en-US" dirty="0"/>
              <a:t> </a:t>
            </a:r>
            <a:r>
              <a:rPr lang="en-US" dirty="0" err="1"/>
              <a:t>dastlabki</a:t>
            </a:r>
            <a:r>
              <a:rPr lang="en-US" dirty="0"/>
              <a:t> </a:t>
            </a:r>
            <a:r>
              <a:rPr lang="en-US" dirty="0" err="1"/>
              <a:t>ilmiy</a:t>
            </a:r>
            <a:r>
              <a:rPr lang="en-US" dirty="0"/>
              <a:t> </a:t>
            </a:r>
            <a:r>
              <a:rPr lang="en-US" dirty="0" err="1"/>
              <a:t>seminarlardan</a:t>
            </a:r>
            <a:r>
              <a:rPr lang="en-US" dirty="0"/>
              <a:t> </a:t>
            </a:r>
            <a:r>
              <a:rPr lang="en-US" dirty="0" err="1"/>
              <a:t>o`tildi</a:t>
            </a:r>
            <a:r>
              <a:rPr lang="en-US" dirty="0"/>
              <a:t>.</a:t>
            </a:r>
          </a:p>
          <a:p>
            <a:r>
              <a:rPr lang="en-US" dirty="0" err="1"/>
              <a:t>Seminarlarda</a:t>
            </a:r>
            <a:r>
              <a:rPr lang="en-US" dirty="0"/>
              <a:t> </a:t>
            </a:r>
            <a:r>
              <a:rPr lang="en-US" dirty="0" err="1"/>
              <a:t>ko`rsatilgan</a:t>
            </a:r>
            <a:r>
              <a:rPr lang="en-US" dirty="0"/>
              <a:t> </a:t>
            </a:r>
            <a:r>
              <a:rPr lang="en-US" dirty="0" err="1"/>
              <a:t>kamchlik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takliflar</a:t>
            </a:r>
            <a:r>
              <a:rPr lang="en-US" dirty="0"/>
              <a:t> </a:t>
            </a:r>
            <a:r>
              <a:rPr lang="en-US" dirty="0" err="1"/>
              <a:t>ustida</a:t>
            </a:r>
            <a:r>
              <a:rPr lang="en-US" dirty="0"/>
              <a:t> </a:t>
            </a:r>
            <a:r>
              <a:rPr lang="en-US" dirty="0" err="1"/>
              <a:t>ish</a:t>
            </a:r>
            <a:r>
              <a:rPr lang="en-US" dirty="0"/>
              <a:t> </a:t>
            </a:r>
            <a:r>
              <a:rPr lang="en-US" dirty="0" err="1"/>
              <a:t>olib</a:t>
            </a:r>
            <a:r>
              <a:rPr lang="en-US" dirty="0"/>
              <a:t> </a:t>
            </a:r>
            <a:r>
              <a:rPr lang="en-US" dirty="0" err="1"/>
              <a:t>borilmoqda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8676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E78B0-D9CD-4EA2-AA79-0251B52D2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z-Cyrl-UZ" dirty="0">
                <a:solidFill>
                  <a:schemeClr val="dk1"/>
                </a:solidFill>
              </a:rPr>
              <a:t>Jarqinova D.A.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A55CCAC-4623-4B55-92B9-17D596EE7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z-Cyrl-UZ" dirty="0">
                <a:solidFill>
                  <a:schemeClr val="dk1"/>
                </a:solidFill>
              </a:rPr>
              <a:t>“Bo’lg’usi aniq fan o’qituvchilarini </a:t>
            </a:r>
            <a:r>
              <a:rPr lang="en-US" dirty="0" err="1">
                <a:solidFill>
                  <a:schemeClr val="dk1"/>
                </a:solidFill>
              </a:rPr>
              <a:t>fanlararo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hamkorlikda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uz-Cyrl-UZ" dirty="0">
                <a:solidFill>
                  <a:schemeClr val="dk1"/>
                </a:solidFill>
              </a:rPr>
              <a:t>antifrustratsion ko’nikmalarini rivojlantirish”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uz-Cyrl-UZ" dirty="0">
                <a:solidFill>
                  <a:schemeClr val="dk1"/>
                </a:solidFill>
              </a:rPr>
              <a:t>13.00.01- Pedagogika nazariyasi. Pedagogik tahlimotlar tarixi(pedagogika fanlari) </a:t>
            </a:r>
            <a:endParaRPr lang="en-US" dirty="0">
              <a:solidFill>
                <a:schemeClr val="dk1"/>
              </a:solidFill>
            </a:endParaRPr>
          </a:p>
          <a:p>
            <a:r>
              <a:rPr lang="en-US" dirty="0" err="1">
                <a:solidFill>
                  <a:schemeClr val="dk1"/>
                </a:solidFill>
              </a:rPr>
              <a:t>Ilmiy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ish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doirasida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dastlabki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adabiyotlar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taxlili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olib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borilgan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ishni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dolzabligi</a:t>
            </a:r>
            <a:r>
              <a:rPr lang="en-US" dirty="0">
                <a:solidFill>
                  <a:schemeClr val="dk1"/>
                </a:solidFill>
              </a:rPr>
              <a:t>, </a:t>
            </a:r>
            <a:r>
              <a:rPr lang="en-US" dirty="0" err="1">
                <a:solidFill>
                  <a:schemeClr val="dk1"/>
                </a:solidFill>
              </a:rPr>
              <a:t>maqsad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va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va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vazifalari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aniqlab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olingan</a:t>
            </a:r>
            <a:r>
              <a:rPr lang="en-US" dirty="0">
                <a:solidFill>
                  <a:schemeClr val="dk1"/>
                </a:solidFill>
              </a:rPr>
              <a:t>.</a:t>
            </a:r>
          </a:p>
          <a:p>
            <a:r>
              <a:rPr lang="en-US" dirty="0" err="1">
                <a:solidFill>
                  <a:schemeClr val="dk1"/>
                </a:solidFill>
              </a:rPr>
              <a:t>Ish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mavzusi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bo`yicha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bir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qator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ilmiy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maqola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va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tezislar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tayorlangan</a:t>
            </a:r>
            <a:r>
              <a:rPr lang="en-US" dirty="0">
                <a:solidFill>
                  <a:schemeClr val="dk1"/>
                </a:solidFill>
              </a:rPr>
              <a:t>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206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D9786-0422-464A-8038-3574218F2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Melibayeva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F.M.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0B63F2-C555-421C-8BAC-428BB1A4E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Axborot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texnologiyalaridan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foydalanish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kelib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chiqadigan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kasalliklar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ularni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oldini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olish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Mavzu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doirasida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dastlabki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adabiyotlar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tahlili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soxa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bo`yich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ilmiy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raxbar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izlanmoqda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Ilmiy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mavzu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dolzarbligi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u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bo`yicha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maqasad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vazifalarni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ajratishni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amalga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oshirmoqda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Daslabki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taxlilar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doirasida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ilmiy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maqola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tezislar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tayorlangan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9732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11E7F3-6D71-4D09-A8EF-54F602FA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Rayimov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A.X.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7021F-8683-40B4-8CC2-7CCB9F105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uz-Cyrl-UZ" dirty="0">
                <a:ea typeface="Calibri" panose="020F0502020204030204" pitchFamily="34" charset="0"/>
                <a:cs typeface="Times New Roman" panose="02020603050405020304" pitchFamily="18" charset="0"/>
              </a:rPr>
              <a:t>Tibbiy ta’lim talabalarida sog’lom turmush tarzini shakillantirishda elektiv kurslardan fjydalanish texnikasi (jismoniy tarbiya va sport mashg’ulotlari misolida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Mavzu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doirasida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dastlabki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taxlilar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olib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borilmoqda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ilmiy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raxbar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Sharipova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Dilyara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Djumaniyazova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pedagogika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fanlari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doltori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professor)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roziligi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olingan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Ilmiy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ish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bo`yich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adabiyotlat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tahlili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ishni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dolzarbligi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maqasad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vazifalarini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ajratish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bo`yish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ishlar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olib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borilmoqda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Daslabki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adabiyotlar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tahlili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bo`yicha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maqola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tezislar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tayorlangan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5226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99205-5FAC-453F-89CE-4D7B168A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Babayev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A.</a:t>
            </a: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3F155379-4536-4FB8-ACFC-462BA54E1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3"/>
            <a:ext cx="10058400" cy="4022725"/>
          </a:xfrm>
        </p:spPr>
        <p:txBody>
          <a:bodyPr/>
          <a:lstStyle/>
          <a:p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dirty="0" err="1"/>
              <a:t>Sportchilarning</a:t>
            </a:r>
            <a:r>
              <a:rPr lang="en-US" dirty="0"/>
              <a:t> </a:t>
            </a:r>
            <a:r>
              <a:rPr lang="en-US" dirty="0" err="1"/>
              <a:t>psixologik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emotsional</a:t>
            </a:r>
            <a:r>
              <a:rPr lang="en-US" dirty="0"/>
              <a:t> </a:t>
            </a:r>
            <a:r>
              <a:rPr lang="en-US" dirty="0" err="1"/>
              <a:t>holatni</a:t>
            </a:r>
            <a:r>
              <a:rPr lang="en-US" dirty="0"/>
              <a:t> </a:t>
            </a:r>
            <a:r>
              <a:rPr lang="en-US" dirty="0" err="1"/>
              <a:t>mo’tadillashtirishning</a:t>
            </a:r>
            <a:r>
              <a:rPr lang="en-US" dirty="0"/>
              <a:t> </a:t>
            </a:r>
            <a:r>
              <a:rPr lang="en-US" dirty="0" err="1"/>
              <a:t>uslubiy</a:t>
            </a:r>
            <a:r>
              <a:rPr lang="en-US" dirty="0"/>
              <a:t> </a:t>
            </a:r>
            <a:r>
              <a:rPr lang="en-US" dirty="0" err="1"/>
              <a:t>asoslari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Mavzu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doirasida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dastlabki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taxlilar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olib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borilmoqda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ilmiy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raxbar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/>
              <a:t>Xonkeldiyev</a:t>
            </a:r>
            <a:r>
              <a:rPr lang="en-US" dirty="0"/>
              <a:t> </a:t>
            </a:r>
            <a:r>
              <a:rPr lang="en-US" dirty="0" err="1"/>
              <a:t>Sh</a:t>
            </a:r>
            <a:r>
              <a:rPr lang="en-US" dirty="0"/>
              <a:t> .H (prof.)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ishlanmoqda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Ilmiy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ish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bo`yich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adabiyotlat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tahlili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ishni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dolzarbligi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maqasad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vazifalarini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ajratish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bo`yish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ishlar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olib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borilmoqda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Daslabki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adabiyotlar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tahlili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bo`yicha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maqola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tezislar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tayorlangan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2989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28D48C-D969-4147-A98A-143F208B0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Mo’ydinov</a:t>
            </a:r>
            <a:r>
              <a:rPr lang="en-US" dirty="0"/>
              <a:t> F. F.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B28AF8-5384-4C2F-BF87-D17BF26CD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dirty="0" err="1"/>
              <a:t>Masofaviy</a:t>
            </a:r>
            <a:r>
              <a:rPr lang="en-US" dirty="0"/>
              <a:t> </a:t>
            </a:r>
            <a:r>
              <a:rPr lang="en-US" dirty="0" err="1"/>
              <a:t>ta’lim</a:t>
            </a:r>
            <a:r>
              <a:rPr lang="en-US" dirty="0"/>
              <a:t> </a:t>
            </a:r>
            <a:r>
              <a:rPr lang="en-US" dirty="0" err="1"/>
              <a:t>tizmini</a:t>
            </a:r>
            <a:r>
              <a:rPr lang="en-US" dirty="0"/>
              <a:t>  </a:t>
            </a:r>
            <a:r>
              <a:rPr lang="en-US" dirty="0" err="1"/>
              <a:t>intelektual</a:t>
            </a:r>
            <a:r>
              <a:rPr lang="en-US" dirty="0"/>
              <a:t> </a:t>
            </a:r>
            <a:r>
              <a:rPr lang="en-US" dirty="0" err="1"/>
              <a:t>algoritmlari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“</a:t>
            </a:r>
            <a:r>
              <a:rPr lang="en-US" dirty="0" err="1"/>
              <a:t>bulutli</a:t>
            </a:r>
            <a:r>
              <a:rPr lang="en-US" dirty="0"/>
              <a:t> “ </a:t>
            </a:r>
            <a:r>
              <a:rPr lang="en-US" dirty="0" err="1"/>
              <a:t>texnologiyalar</a:t>
            </a:r>
            <a:r>
              <a:rPr lang="en-US" dirty="0"/>
              <a:t> </a:t>
            </a:r>
            <a:r>
              <a:rPr lang="en-US" dirty="0" err="1"/>
              <a:t>asosida</a:t>
            </a:r>
            <a:r>
              <a:rPr lang="en-US" dirty="0"/>
              <a:t> </a:t>
            </a:r>
            <a:r>
              <a:rPr lang="en-US" dirty="0" err="1"/>
              <a:t>tashkil</a:t>
            </a:r>
            <a:r>
              <a:rPr lang="en-US" dirty="0"/>
              <a:t> </a:t>
            </a:r>
            <a:r>
              <a:rPr lang="en-US" dirty="0" err="1"/>
              <a:t>qilish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Mavzu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doirasida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dastlabki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taxlilar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olib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borilmoqda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ilmiy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raxbar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/>
              <a:t>Xalilov</a:t>
            </a:r>
            <a:r>
              <a:rPr lang="en-US" dirty="0"/>
              <a:t> D</a:t>
            </a:r>
            <a:r>
              <a:rPr lang="uz-Cyrl-UZ" dirty="0"/>
              <a:t>.</a:t>
            </a:r>
            <a:r>
              <a:rPr lang="en-US" dirty="0"/>
              <a:t>A. (TATU prof.)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ishlanmoqda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Ilmiy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ish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bo`yich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adabiyotlat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tahlili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ishni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dolzarbligi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maqasad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vazifalarini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ajratish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bo`yish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ishlar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olib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borilmoqda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Daslabki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adabiyotlar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tahlili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bo`yicha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maqola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tezislar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tayorlangan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3861931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63</TotalTime>
  <Words>555</Words>
  <Application>Microsoft Office PowerPoint</Application>
  <PresentationFormat>Широкоэкранный</PresentationFormat>
  <Paragraphs>61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Ретро</vt:lpstr>
      <vt:lpstr>Axborot texnologiyalari va spot kafedrasi</vt:lpstr>
      <vt:lpstr>Kafedra ilmiy izlanuvchialri</vt:lpstr>
      <vt:lpstr>Abdumanonov A.A.</vt:lpstr>
      <vt:lpstr>Jarqinova D.A.</vt:lpstr>
      <vt:lpstr>Melibayeva F.M.</vt:lpstr>
      <vt:lpstr>Rayimov A.X.</vt:lpstr>
      <vt:lpstr>Babayev A.</vt:lpstr>
      <vt:lpstr>Mo’ydinov F. F.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Axborot texnologiyalari va spot kafedrasi</dc:title>
  <dc:creator>user</dc:creator>
  <cp:lastModifiedBy>user</cp:lastModifiedBy>
  <cp:revision>8</cp:revision>
  <dcterms:created xsi:type="dcterms:W3CDTF">2022-06-24T13:51:12Z</dcterms:created>
  <dcterms:modified xsi:type="dcterms:W3CDTF">2022-07-02T09:00:03Z</dcterms:modified>
</cp:coreProperties>
</file>