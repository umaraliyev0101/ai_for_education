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87" r:id="rId3"/>
    <p:sldMasterId id="2147483699" r:id="rId4"/>
    <p:sldMasterId id="2147483711" r:id="rId5"/>
    <p:sldMasterId id="2147483723" r:id="rId6"/>
  </p:sldMasterIdLst>
  <p:notesMasterIdLst>
    <p:notesMasterId r:id="rId23"/>
  </p:notesMasterIdLst>
  <p:sldIdLst>
    <p:sldId id="257" r:id="rId7"/>
    <p:sldId id="260" r:id="rId8"/>
    <p:sldId id="261" r:id="rId9"/>
    <p:sldId id="262" r:id="rId10"/>
    <p:sldId id="275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88163" cy="10020300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3333FF"/>
    <a:srgbClr val="00FFFF"/>
    <a:srgbClr val="CE2CBB"/>
    <a:srgbClr val="00CC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63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902075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EDF0BF9F-4546-4F0B-8196-0B7A4D66BF0D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10150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8975" y="4759325"/>
            <a:ext cx="5510213" cy="451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9517063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902075" y="9517063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25AF388D-DE75-42B4-8805-5C1E669701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775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90115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DAB20F-A823-49F7-B413-92DC81409B78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53EF8-5181-4E6B-B98E-E1D6D4A87620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03236-7219-403B-A4EF-27E82E4EE5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C766F-F7D6-4468-AE15-3A5C405FDEA5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31299-275C-4EA5-915B-62A992279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FB2776-EE3C-4CE6-A863-B4BB49710C3A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0FD22-1549-482C-A265-CF243CA2EF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3AE6E-9054-4EC0-804B-494FBF6824FD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B70C8-48F5-48B2-BE71-B786672B3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461D0-E109-4270-9170-C4BA9C34D474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4BDD96-39B0-4B37-B782-73BFC1DF9C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9C60D-156A-41E7-8A05-D393BD45E683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E24BC-8ED2-48BA-B5DA-0246049923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10D9F-35F9-438B-8A42-AD1CC18AA75A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8FC88-0A00-4D50-A76D-5B441B8383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B598F-6682-4F88-AD6E-6D9A196A001C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D0737-5D29-472A-8749-C610951AFC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AB1DC-A3F4-4ECD-B90A-5ECC5496DDAE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ED56E-C5BF-4700-A7B5-E0079FCC9D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3992A-0D6E-4E7E-AD51-E86C36875764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8456F-D5B4-4B8D-B32E-417B7A9953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D4A17-ED14-4C0F-A5C5-9C8BEF61DF04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4586E-AE61-4E8B-8BAD-6E2CFB8D61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0D9248-DB65-4F15-AD8D-9227D36E3FA0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55869-3058-48B1-979B-CA3C5CDB2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BD1C4-13D6-492B-9D14-BF8BFFF50408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7B3E4-DC7E-453A-87CB-45A07B2745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B156B-4EE1-47CE-9CCF-D2664C459376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1361C-554A-4D25-BF24-BCFA6DB33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6E1AB-7701-4B4D-991B-8592346C122F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2BC67-8949-4977-ACA0-D99D8684AE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6476A-5DE1-4717-9C07-1C62717D2AC0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3173C-A562-4C18-A57A-6AA39CCDBD9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8C7D1-A76C-446B-BBF9-C91A8D42AD72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85EB9-3934-4782-AF9C-D17D8C1685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BDCC4-1D15-4D33-8858-BE6B7E34A057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4A297-5613-455E-8203-60504B12AD2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11D07-520A-4C06-8789-716E4A10A99E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9804E-9C59-42AF-828E-0C3FA410A0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6CAB0-4B43-4057-A1C5-BDBEACBE1210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D4EB1-8A47-4697-8842-5BD42EFFAD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5C1C0-DFC6-4999-828B-5138CD29C230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C8574-BCC1-4825-A219-DB6E981A00F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58D21B-C8D2-4985-A795-F2866234A752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42DAA-52E2-4EBB-900B-04D5329B8FA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BE8BE-FE1B-439A-82B6-7DE6934422F2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69D4D-9BE4-46DB-9A72-59645CFBB0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DF366-8886-405E-8687-64FDEFC5203E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B2CD2-46D5-4DDE-9637-E7521672BD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074BF-F234-41BB-948A-B0E43394DF87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010D3-ECCC-4765-8AE4-373AB19E478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ru-RU" sz="2400">
                <a:latin typeface="Times New Roman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ru-RU" sz="2400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</p:grpSp>
      <p:sp>
        <p:nvSpPr>
          <p:cNvPr id="2560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2561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B16424-BC2F-444D-AE60-47C900F92796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7F37993D-686C-4D60-86B1-59B0061E72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2199A-65DC-4039-B4E5-E0682A5F51B7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0049B-C14A-4A3D-B15F-32F5A655C1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5C6F2-1060-4682-88A1-050266A741ED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60C5D-DB40-43F8-9D47-4D33852C59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034BB-6EDA-43AD-93F9-DB5B43EDF401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5C38C-69E1-4130-B1D9-EBFDAADBFB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B2750-D8A1-4C13-A3EA-B8BBADC2BD5C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64BC4-9BF3-4690-8651-37BBFFA582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3EDD8-3147-436B-AF3F-9A3CDB138110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1CFC5-8CE8-4EC2-8953-C7B172521C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08186-A38F-4DC5-BC35-9A3CBC8D6FE1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A1115-1768-470F-8F5B-D2A0685C8F1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5D955-9598-4583-8A13-BB9710DD777C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4E68B-8D8E-4C91-9B95-5AB216BCD3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46F29-6F34-4131-8F4D-787D90F16501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67653-07DA-4562-B53B-17C169E6EE4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6CD46-A887-4C43-B6E0-9CAB789E52D0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CB29E-843B-45AD-AA3D-0A80663DDD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41A9B-C8B6-4388-B90E-67ECA12D6B3F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57889-A0C9-44D0-8684-F8FEED6034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blackWhite">
          <a:xfrm>
            <a:off x="20638" y="12700"/>
            <a:ext cx="8896350" cy="6780213"/>
          </a:xfrm>
          <a:custGeom>
            <a:avLst/>
            <a:gdLst>
              <a:gd name="T0" fmla="*/ 2822 w 3985"/>
              <a:gd name="T1" fmla="*/ 0 h 3619"/>
              <a:gd name="T2" fmla="*/ 0 w 3985"/>
              <a:gd name="T3" fmla="*/ 975 h 3619"/>
              <a:gd name="T4" fmla="*/ 2169 w 3985"/>
              <a:gd name="T5" fmla="*/ 3619 h 3619"/>
              <a:gd name="T6" fmla="*/ 3985 w 3985"/>
              <a:gd name="T7" fmla="*/ 1125 h 3619"/>
              <a:gd name="T8" fmla="*/ 2822 w 3985"/>
              <a:gd name="T9" fmla="*/ 0 h 3619"/>
              <a:gd name="T10" fmla="*/ 2822 w 3985"/>
              <a:gd name="T11" fmla="*/ 0 h 3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+mn-lt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6" name="Freeform 9"/>
            <p:cNvSpPr>
              <a:spLocks/>
            </p:cNvSpPr>
            <p:nvPr userDrawn="1"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  <a:gd name="T22" fmla="*/ 794 w 794"/>
                <a:gd name="T23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7" name="Freeform 10"/>
            <p:cNvSpPr>
              <a:spLocks/>
            </p:cNvSpPr>
            <p:nvPr userDrawn="1"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  <a:gd name="T22" fmla="*/ 137 w 1586"/>
                <a:gd name="T23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8" name="Freeform 11"/>
            <p:cNvSpPr>
              <a:spLocks/>
            </p:cNvSpPr>
            <p:nvPr userDrawn="1"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  <a:gd name="T14" fmla="*/ 0 w 1049"/>
                <a:gd name="T15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grpSp>
          <p:nvGrpSpPr>
            <p:cNvPr id="9" name="Group 12"/>
            <p:cNvGrpSpPr>
              <a:grpSpLocks/>
            </p:cNvGrpSpPr>
            <p:nvPr userDrawn="1"/>
          </p:nvGrpSpPr>
          <p:grpSpPr bwMode="auto"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0" name="Freeform 13"/>
              <p:cNvSpPr>
                <a:spLocks/>
              </p:cNvSpPr>
              <p:nvPr userDrawn="1"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  <a:gd name="T14" fmla="*/ 110 w 150"/>
                  <a:gd name="T1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11" name="Freeform 14"/>
              <p:cNvSpPr>
                <a:spLocks/>
              </p:cNvSpPr>
              <p:nvPr userDrawn="1"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  <a:gd name="T50" fmla="*/ 156 w 1684"/>
                  <a:gd name="T51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12" name="Freeform 15"/>
              <p:cNvSpPr>
                <a:spLocks/>
              </p:cNvSpPr>
              <p:nvPr userDrawn="1"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  <a:gd name="T10" fmla="*/ 100 w 1190"/>
                  <a:gd name="T1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13" name="Freeform 16"/>
              <p:cNvSpPr>
                <a:spLocks/>
              </p:cNvSpPr>
              <p:nvPr userDrawn="1"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  <a:gd name="T16" fmla="*/ 116 w 160"/>
                  <a:gd name="T17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14" name="Freeform 17"/>
              <p:cNvSpPr>
                <a:spLocks/>
              </p:cNvSpPr>
              <p:nvPr userDrawn="1"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  <a:gd name="T30" fmla="*/ 14 w 489"/>
                  <a:gd name="T3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</p:grpSp>
      </p:grpSp>
      <p:grpSp>
        <p:nvGrpSpPr>
          <p:cNvPr id="15" name="Group 18"/>
          <p:cNvGrpSpPr>
            <a:grpSpLocks/>
          </p:cNvGrpSpPr>
          <p:nvPr/>
        </p:nvGrpSpPr>
        <p:grpSpPr bwMode="auto"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16" name="Freeform 19"/>
            <p:cNvSpPr>
              <a:spLocks/>
            </p:cNvSpPr>
            <p:nvPr userDrawn="1"/>
          </p:nvSpPr>
          <p:spPr bwMode="auto">
            <a:xfrm rot="7320404">
              <a:off x="4909" y="2936"/>
              <a:ext cx="629" cy="293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  <a:gd name="T22" fmla="*/ 794 w 794"/>
                <a:gd name="T23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17" name="Freeform 20"/>
            <p:cNvSpPr>
              <a:spLocks/>
            </p:cNvSpPr>
            <p:nvPr userDrawn="1"/>
          </p:nvSpPr>
          <p:spPr bwMode="auto">
            <a:xfrm rot="7320404">
              <a:off x="4893" y="2923"/>
              <a:ext cx="627" cy="29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  <a:gd name="T22" fmla="*/ 137 w 1586"/>
                <a:gd name="T23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18" name="Freeform 21"/>
            <p:cNvSpPr>
              <a:spLocks/>
            </p:cNvSpPr>
            <p:nvPr userDrawn="1"/>
          </p:nvSpPr>
          <p:spPr bwMode="auto">
            <a:xfrm rot="7320404">
              <a:off x="5000" y="2913"/>
              <a:ext cx="416" cy="265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  <a:gd name="T14" fmla="*/ 0 w 1049"/>
                <a:gd name="T15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grpSp>
          <p:nvGrpSpPr>
            <p:cNvPr id="19" name="Group 22"/>
            <p:cNvGrpSpPr>
              <a:grpSpLocks/>
            </p:cNvGrpSpPr>
            <p:nvPr userDrawn="1"/>
          </p:nvGrpSpPr>
          <p:grpSpPr bwMode="auto"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20" name="Freeform 23"/>
              <p:cNvSpPr>
                <a:spLocks/>
              </p:cNvSpPr>
              <p:nvPr userDrawn="1"/>
            </p:nvSpPr>
            <p:spPr bwMode="auto">
              <a:xfrm rot="7320404">
                <a:off x="4987" y="3190"/>
                <a:ext cx="59" cy="61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  <a:gd name="T14" fmla="*/ 110 w 150"/>
                  <a:gd name="T1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21" name="Freeform 24"/>
              <p:cNvSpPr>
                <a:spLocks/>
              </p:cNvSpPr>
              <p:nvPr userDrawn="1"/>
            </p:nvSpPr>
            <p:spPr bwMode="auto">
              <a:xfrm rot="7320404">
                <a:off x="4887" y="2930"/>
                <a:ext cx="667" cy="31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  <a:gd name="T50" fmla="*/ 156 w 1684"/>
                  <a:gd name="T51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22" name="Freeform 25"/>
              <p:cNvSpPr>
                <a:spLocks/>
              </p:cNvSpPr>
              <p:nvPr userDrawn="1"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  <a:gd name="T10" fmla="*/ 100 w 1190"/>
                  <a:gd name="T1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23" name="Freeform 26"/>
              <p:cNvSpPr>
                <a:spLocks/>
              </p:cNvSpPr>
              <p:nvPr userDrawn="1"/>
            </p:nvSpPr>
            <p:spPr bwMode="auto">
              <a:xfrm rot="7320404">
                <a:off x="5364" y="2873"/>
                <a:ext cx="63" cy="118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  <a:gd name="T16" fmla="*/ 116 w 160"/>
                  <a:gd name="T17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24" name="Freeform 27"/>
              <p:cNvSpPr>
                <a:spLocks/>
              </p:cNvSpPr>
              <p:nvPr userDrawn="1"/>
            </p:nvSpPr>
            <p:spPr bwMode="auto">
              <a:xfrm rot="7320404">
                <a:off x="5137" y="3000"/>
                <a:ext cx="193" cy="10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  <a:gd name="T30" fmla="*/ 14 w 489"/>
                  <a:gd name="T3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</p:grpSp>
      </p:grpSp>
      <p:sp>
        <p:nvSpPr>
          <p:cNvPr id="25" name="Freeform 28"/>
          <p:cNvSpPr>
            <a:spLocks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816 w 4288"/>
              <a:gd name="T3" fmla="*/ 256 h 459"/>
              <a:gd name="T4" fmla="*/ 1560 w 4288"/>
              <a:gd name="T5" fmla="*/ 144 h 459"/>
              <a:gd name="T6" fmla="*/ 1856 w 4288"/>
              <a:gd name="T7" fmla="*/ 376 h 459"/>
              <a:gd name="T8" fmla="*/ 2344 w 4288"/>
              <a:gd name="T9" fmla="*/ 152 h 459"/>
              <a:gd name="T10" fmla="*/ 3536 w 4288"/>
              <a:gd name="T11" fmla="*/ 456 h 459"/>
              <a:gd name="T12" fmla="*/ 4288 w 4288"/>
              <a:gd name="T13" fmla="*/ 136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+mn-lt"/>
            </a:endParaRPr>
          </a:p>
        </p:txBody>
      </p:sp>
      <p:sp>
        <p:nvSpPr>
          <p:cNvPr id="26" name="Freeform 29"/>
          <p:cNvSpPr>
            <a:spLocks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32 h 240"/>
              <a:gd name="T2" fmla="*/ 280 w 560"/>
              <a:gd name="T3" fmla="*/ 144 h 240"/>
              <a:gd name="T4" fmla="*/ 448 w 560"/>
              <a:gd name="T5" fmla="*/ 16 h 240"/>
              <a:gd name="T6" fmla="*/ 560 w 560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mpd="sng">
            <a:solidFill>
              <a:schemeClr val="tx2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+mn-lt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  <a:extLst/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2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11A44-95CC-44BC-9F86-DAA1602A0F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DFC10-7028-44D2-9137-055A00A9EDA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5DDD2-23A4-4B00-88DF-551D71DECD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3A1CB-E72A-4B40-A218-9BECCF2265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F0EA6-5FBE-43B6-89C4-D3DF54177C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FA3CC-1831-45DB-9B3B-763FC0B9F80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106EC-1AC1-467F-8703-E1BDC6499E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1886A-3212-4F20-9A35-398A31B359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382B6-B31E-4D11-8761-5FF821E2B8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47595-6F58-48B7-9281-253FEC2A542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65CCD-C67F-4FCF-8FEE-25FFCCDB05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itlemaster_me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362200" y="3429000"/>
            <a:ext cx="6400800" cy="14478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1371600"/>
            <a:ext cx="7620000" cy="20574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ex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ex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  <a:ex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A2F76-ECF0-4C13-9D49-F7DDB3107C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EFBA65-8BB3-4120-AA99-6D252BD4F0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2E988-A550-465F-8CD0-44B332A33C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770CD-07DA-450E-99D7-24A6F52DCF8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AAF53-61DD-412F-99BE-0A9464859D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29D82-4A28-48FB-897E-BF71008324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9B572-3A73-4A33-98CC-296ADB9F14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C2F08-802C-4B08-897C-E169677F16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DBA31-B3D3-467A-B779-85D54AF068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060B4-384D-43F7-8BBC-CD26F7FCBB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239000" y="228600"/>
            <a:ext cx="1600200" cy="5867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438400" y="228600"/>
            <a:ext cx="46482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BAB2C-BAEB-40ED-93F4-1F6D3E30DEB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5F95E-2338-40F8-9D8B-FCA1B7294336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8E310-A8B0-461C-9124-4D58E81A64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F5C26-8B79-4556-80E0-C79D95EF9817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F88D6-521D-4940-91C1-086BEA475FE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pic>
        <p:nvPicPr>
          <p:cNvPr id="5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/>
          <a:lstStyle>
            <a:lvl1pPr algn="ctr">
              <a:defRPr sz="36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2FC4B-CD9F-470D-84BA-BFBAF430DDEF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C47C0-AF0D-4C78-B19C-A7D90D7903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8B17D-3A6F-4EAC-B170-31DA435B9864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A0CC-38E6-4EF4-8D01-F545E391AC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rcRect/>
          <a:stretch>
            <a:fillRect/>
          </a:stretch>
        </p:blipFill>
        <p:spPr bwMode="auto">
          <a:xfrm>
            <a:off x="0" y="1619250"/>
            <a:ext cx="91440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4D921-5C4E-4766-90E9-101CF419A664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65752-DA12-4357-AFC3-2E3B31692B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32032-7DFB-422B-88E7-B4546EFFA310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7A39D-BA2D-4EC7-B29B-4629431BB2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1570F-44E0-4D08-A01F-EAD95534A5BB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30D87-D189-480E-8298-FE903159925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83DCC-41FD-4711-BB8E-4F508F8B148D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642B6-F4E1-4402-A654-674C1212EE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que 9"/>
          <p:cNvSpPr/>
          <p:nvPr/>
        </p:nvSpPr>
        <p:spPr>
          <a:xfrm>
            <a:off x="1463675" y="1847850"/>
            <a:ext cx="3089275" cy="3089275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 rtlCol="0"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C4AE4-F047-4639-9AA6-7172E8BFBC3D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27F93-66B0-470E-A0B2-9A4D713747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B84C2-AA32-42FD-82E6-B5368C205E4D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CEC7D-E7FC-4332-BEF4-41140E76A3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0154F-3107-452B-977E-964A459B9329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5442A-2D61-4D1E-AA13-228186422F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 advTm="11000">
    <p:cover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E9A86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fld id="{78121DD7-7399-42FD-88E0-20EB528F25A5}" type="datetimeFigureOut">
              <a:rPr lang="en-US"/>
              <a:pPr>
                <a:defRPr/>
              </a:pPr>
              <a:t>11/19/2025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fld id="{06A83B60-4DFC-4F25-BB68-B2432AC9B3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6" r:id="rId2"/>
    <p:sldLayoutId id="2147483745" r:id="rId3"/>
    <p:sldLayoutId id="2147483744" r:id="rId4"/>
    <p:sldLayoutId id="2147483743" r:id="rId5"/>
    <p:sldLayoutId id="2147483742" r:id="rId6"/>
    <p:sldLayoutId id="2147483741" r:id="rId7"/>
    <p:sldLayoutId id="2147483740" r:id="rId8"/>
    <p:sldLayoutId id="2147483739" r:id="rId9"/>
    <p:sldLayoutId id="2147483738" r:id="rId10"/>
    <p:sldLayoutId id="2147483737" r:id="rId11"/>
    <p:sldLayoutId id="2147483736" r:id="rId12"/>
    <p:sldLayoutId id="2147483735" r:id="rId13"/>
    <p:sldLayoutId id="2147483734" r:id="rId14"/>
  </p:sldLayoutIdLst>
  <p:transition spd="slow" advTm="11000">
    <p:cover dir="d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638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D3073DB-FFA6-4712-9C42-B3B617CD7D86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B71E913-7F01-424F-AB23-A2F7A6241A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7" r:id="rId2"/>
    <p:sldLayoutId id="2147483756" r:id="rId3"/>
    <p:sldLayoutId id="2147483755" r:id="rId4"/>
    <p:sldLayoutId id="2147483754" r:id="rId5"/>
    <p:sldLayoutId id="2147483753" r:id="rId6"/>
    <p:sldLayoutId id="2147483752" r:id="rId7"/>
    <p:sldLayoutId id="2147483751" r:id="rId8"/>
    <p:sldLayoutId id="2147483750" r:id="rId9"/>
    <p:sldLayoutId id="2147483749" r:id="rId10"/>
    <p:sldLayoutId id="2147483748" r:id="rId11"/>
  </p:sldLayoutIdLst>
  <p:transition spd="slow" advTm="11000">
    <p:cover dir="d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28680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24580" name="Rectangle 4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24581" name="Freeform 5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/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</p:grpSp>
        <p:grpSp>
          <p:nvGrpSpPr>
            <p:cNvPr id="28681" name="Group 6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24583" name="AutoShape 7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24584" name="AutoShape 8"/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</p:grpSp>
      </p:grpSp>
      <p:sp>
        <p:nvSpPr>
          <p:cNvPr id="28675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2867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fld id="{8AD69D61-BF83-490C-9DEF-8C2AF0FFF06A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2458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26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9B38C2F-D848-4E19-863F-8F0F4BD6D49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68" r:id="rId2"/>
    <p:sldLayoutId id="2147483767" r:id="rId3"/>
    <p:sldLayoutId id="2147483766" r:id="rId4"/>
    <p:sldLayoutId id="2147483765" r:id="rId5"/>
    <p:sldLayoutId id="2147483764" r:id="rId6"/>
    <p:sldLayoutId id="2147483763" r:id="rId7"/>
    <p:sldLayoutId id="2147483762" r:id="rId8"/>
    <p:sldLayoutId id="2147483761" r:id="rId9"/>
    <p:sldLayoutId id="2147483760" r:id="rId10"/>
    <p:sldLayoutId id="2147483759" r:id="rId11"/>
  </p:sldLayoutIdLst>
  <p:transition spd="slow" advTm="11000">
    <p:cover dir="d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ookman Old Style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"/>
          <p:cNvSpPr>
            <a:spLocks/>
          </p:cNvSpPr>
          <p:nvPr/>
        </p:nvSpPr>
        <p:spPr bwMode="auto">
          <a:xfrm rot="-3172564">
            <a:off x="7777957" y="-15081"/>
            <a:ext cx="1162050" cy="2084387"/>
          </a:xfrm>
          <a:custGeom>
            <a:avLst/>
            <a:gdLst>
              <a:gd name="T0" fmla="*/ 2903 w 2903"/>
              <a:gd name="T1" fmla="*/ 433 h 3686"/>
              <a:gd name="T2" fmla="*/ 2565 w 2903"/>
              <a:gd name="T3" fmla="*/ 80 h 3686"/>
              <a:gd name="T4" fmla="*/ 2241 w 2903"/>
              <a:gd name="T5" fmla="*/ 0 h 3686"/>
              <a:gd name="T6" fmla="*/ 110 w 2903"/>
              <a:gd name="T7" fmla="*/ 2811 h 3686"/>
              <a:gd name="T8" fmla="*/ 110 w 2903"/>
              <a:gd name="T9" fmla="*/ 3228 h 3686"/>
              <a:gd name="T10" fmla="*/ 0 w 2903"/>
              <a:gd name="T11" fmla="*/ 3631 h 3686"/>
              <a:gd name="T12" fmla="*/ 72 w 2903"/>
              <a:gd name="T13" fmla="*/ 3686 h 3686"/>
              <a:gd name="T14" fmla="*/ 441 w 2903"/>
              <a:gd name="T15" fmla="*/ 3355 h 3686"/>
              <a:gd name="T16" fmla="*/ 740 w 2903"/>
              <a:gd name="T17" fmla="*/ 3228 h 3686"/>
              <a:gd name="T18" fmla="*/ 2903 w 2903"/>
              <a:gd name="T19" fmla="*/ 433 h 3686"/>
              <a:gd name="T20" fmla="*/ 2903 w 2903"/>
              <a:gd name="T21" fmla="*/ 433 h 3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+mn-lt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fld id="{08C3B8EA-0277-4EAB-9D3D-504B0DD804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1992" name="Freeform 8"/>
          <p:cNvSpPr>
            <a:spLocks/>
          </p:cNvSpPr>
          <p:nvPr/>
        </p:nvSpPr>
        <p:spPr bwMode="auto">
          <a:xfrm rot="-3172564">
            <a:off x="7865269" y="24607"/>
            <a:ext cx="1165225" cy="2097087"/>
          </a:xfrm>
          <a:custGeom>
            <a:avLst/>
            <a:gdLst>
              <a:gd name="T0" fmla="*/ 2293 w 2911"/>
              <a:gd name="T1" fmla="*/ 0 h 3703"/>
              <a:gd name="T2" fmla="*/ 130 w 2911"/>
              <a:gd name="T3" fmla="*/ 2835 h 3703"/>
              <a:gd name="T4" fmla="*/ 131 w 2911"/>
              <a:gd name="T5" fmla="*/ 3201 h 3703"/>
              <a:gd name="T6" fmla="*/ 0 w 2911"/>
              <a:gd name="T7" fmla="*/ 3633 h 3703"/>
              <a:gd name="T8" fmla="*/ 50 w 2911"/>
              <a:gd name="T9" fmla="*/ 3703 h 3703"/>
              <a:gd name="T10" fmla="*/ 422 w 2911"/>
              <a:gd name="T11" fmla="*/ 3352 h 3703"/>
              <a:gd name="T12" fmla="*/ 763 w 2911"/>
              <a:gd name="T13" fmla="*/ 3220 h 3703"/>
              <a:gd name="T14" fmla="*/ 2911 w 2911"/>
              <a:gd name="T15" fmla="*/ 428 h 3703"/>
              <a:gd name="T16" fmla="*/ 2589 w 2911"/>
              <a:gd name="T17" fmla="*/ 96 h 3703"/>
              <a:gd name="T18" fmla="*/ 2293 w 2911"/>
              <a:gd name="T19" fmla="*/ 0 h 3703"/>
              <a:gd name="T20" fmla="*/ 2293 w 2911"/>
              <a:gd name="T21" fmla="*/ 0 h 3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+mn-lt"/>
            </a:endParaRPr>
          </a:p>
        </p:txBody>
      </p:sp>
      <p:sp>
        <p:nvSpPr>
          <p:cNvPr id="41993" name="Freeform 9"/>
          <p:cNvSpPr>
            <a:spLocks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485 h 2777"/>
              <a:gd name="T2" fmla="*/ 432 w 2561"/>
              <a:gd name="T3" fmla="*/ 2553 h 2777"/>
              <a:gd name="T4" fmla="*/ 736 w 2561"/>
              <a:gd name="T5" fmla="*/ 2777 h 2777"/>
              <a:gd name="T6" fmla="*/ 2561 w 2561"/>
              <a:gd name="T7" fmla="*/ 399 h 2777"/>
              <a:gd name="T8" fmla="*/ 2118 w 2561"/>
              <a:gd name="T9" fmla="*/ 82 h 2777"/>
              <a:gd name="T10" fmla="*/ 1898 w 2561"/>
              <a:gd name="T11" fmla="*/ 0 h 2777"/>
              <a:gd name="T12" fmla="*/ 0 w 2561"/>
              <a:gd name="T13" fmla="*/ 2485 h 2777"/>
              <a:gd name="T14" fmla="*/ 0 w 2561"/>
              <a:gd name="T15" fmla="*/ 2485 h 2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+mn-lt"/>
            </a:endParaRPr>
          </a:p>
        </p:txBody>
      </p:sp>
      <p:grpSp>
        <p:nvGrpSpPr>
          <p:cNvPr id="40970" name="Group 10"/>
          <p:cNvGrpSpPr>
            <a:grpSpLocks/>
          </p:cNvGrpSpPr>
          <p:nvPr/>
        </p:nvGrpSpPr>
        <p:grpSpPr bwMode="auto"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41995" name="Freeform 11"/>
            <p:cNvSpPr>
              <a:spLocks/>
            </p:cNvSpPr>
            <p:nvPr userDrawn="1"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587 w 2177"/>
                <a:gd name="T1" fmla="*/ 1260 h 1298"/>
                <a:gd name="T2" fmla="*/ 1420 w 2177"/>
                <a:gd name="T3" fmla="*/ 1106 h 1298"/>
                <a:gd name="T4" fmla="*/ 1331 w 2177"/>
                <a:gd name="T5" fmla="*/ 477 h 1298"/>
                <a:gd name="T6" fmla="*/ 2139 w 2177"/>
                <a:gd name="T7" fmla="*/ 330 h 1298"/>
                <a:gd name="T8" fmla="*/ 2177 w 2177"/>
                <a:gd name="T9" fmla="*/ 203 h 1298"/>
                <a:gd name="T10" fmla="*/ 2099 w 2177"/>
                <a:gd name="T11" fmla="*/ 100 h 1298"/>
                <a:gd name="T12" fmla="*/ 1276 w 2177"/>
                <a:gd name="T13" fmla="*/ 211 h 1298"/>
                <a:gd name="T14" fmla="*/ 1219 w 2177"/>
                <a:gd name="T15" fmla="*/ 32 h 1298"/>
                <a:gd name="T16" fmla="*/ 1085 w 2177"/>
                <a:gd name="T17" fmla="*/ 0 h 1298"/>
                <a:gd name="T18" fmla="*/ 958 w 2177"/>
                <a:gd name="T19" fmla="*/ 28 h 1298"/>
                <a:gd name="T20" fmla="*/ 888 w 2177"/>
                <a:gd name="T21" fmla="*/ 106 h 1298"/>
                <a:gd name="T22" fmla="*/ 937 w 2177"/>
                <a:gd name="T23" fmla="*/ 285 h 1298"/>
                <a:gd name="T24" fmla="*/ 660 w 2177"/>
                <a:gd name="T25" fmla="*/ 441 h 1298"/>
                <a:gd name="T26" fmla="*/ 983 w 2177"/>
                <a:gd name="T27" fmla="*/ 473 h 1298"/>
                <a:gd name="T28" fmla="*/ 1112 w 2177"/>
                <a:gd name="T29" fmla="*/ 889 h 1298"/>
                <a:gd name="T30" fmla="*/ 141 w 2177"/>
                <a:gd name="T31" fmla="*/ 469 h 1298"/>
                <a:gd name="T32" fmla="*/ 46 w 2177"/>
                <a:gd name="T33" fmla="*/ 509 h 1298"/>
                <a:gd name="T34" fmla="*/ 0 w 2177"/>
                <a:gd name="T35" fmla="*/ 636 h 1298"/>
                <a:gd name="T36" fmla="*/ 55 w 2177"/>
                <a:gd name="T37" fmla="*/ 779 h 1298"/>
                <a:gd name="T38" fmla="*/ 1139 w 2177"/>
                <a:gd name="T39" fmla="*/ 1288 h 1298"/>
                <a:gd name="T40" fmla="*/ 1378 w 2177"/>
                <a:gd name="T41" fmla="*/ 1256 h 1298"/>
                <a:gd name="T42" fmla="*/ 1570 w 2177"/>
                <a:gd name="T43" fmla="*/ 1298 h 1298"/>
                <a:gd name="T44" fmla="*/ 1587 w 2177"/>
                <a:gd name="T45" fmla="*/ 1260 h 1298"/>
                <a:gd name="T46" fmla="*/ 1587 w 2177"/>
                <a:gd name="T47" fmla="*/ 126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1996" name="Freeform 12"/>
            <p:cNvSpPr>
              <a:spLocks/>
            </p:cNvSpPr>
            <p:nvPr userDrawn="1"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7 h 258"/>
                <a:gd name="T2" fmla="*/ 120 w 143"/>
                <a:gd name="T3" fmla="*/ 0 h 258"/>
                <a:gd name="T4" fmla="*/ 143 w 143"/>
                <a:gd name="T5" fmla="*/ 233 h 258"/>
                <a:gd name="T6" fmla="*/ 8 w 143"/>
                <a:gd name="T7" fmla="*/ 258 h 258"/>
                <a:gd name="T8" fmla="*/ 0 w 143"/>
                <a:gd name="T9" fmla="*/ 7 h 258"/>
                <a:gd name="T10" fmla="*/ 0 w 143"/>
                <a:gd name="T11" fmla="*/ 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1997" name="Freeform 13"/>
            <p:cNvSpPr>
              <a:spLocks/>
            </p:cNvSpPr>
            <p:nvPr userDrawn="1"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  <a:gd name="T22" fmla="*/ 137 w 1586"/>
                <a:gd name="T23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1998" name="Freeform 14"/>
            <p:cNvSpPr>
              <a:spLocks/>
            </p:cNvSpPr>
            <p:nvPr userDrawn="1"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  <a:gd name="T14" fmla="*/ 0 w 1049"/>
                <a:gd name="T15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1999" name="Freeform 15"/>
            <p:cNvSpPr>
              <a:spLocks/>
            </p:cNvSpPr>
            <p:nvPr userDrawn="1"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28 h 241"/>
                <a:gd name="T2" fmla="*/ 160 w 272"/>
                <a:gd name="T3" fmla="*/ 0 h 241"/>
                <a:gd name="T4" fmla="*/ 251 w 272"/>
                <a:gd name="T5" fmla="*/ 36 h 241"/>
                <a:gd name="T6" fmla="*/ 272 w 272"/>
                <a:gd name="T7" fmla="*/ 139 h 241"/>
                <a:gd name="T8" fmla="*/ 164 w 272"/>
                <a:gd name="T9" fmla="*/ 146 h 241"/>
                <a:gd name="T10" fmla="*/ 32 w 272"/>
                <a:gd name="T11" fmla="*/ 241 h 241"/>
                <a:gd name="T12" fmla="*/ 0 w 272"/>
                <a:gd name="T13" fmla="*/ 28 h 241"/>
                <a:gd name="T14" fmla="*/ 0 w 272"/>
                <a:gd name="T15" fmla="*/ 2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2000" name="Freeform 16"/>
            <p:cNvSpPr>
              <a:spLocks/>
            </p:cNvSpPr>
            <p:nvPr userDrawn="1"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52 w 152"/>
                <a:gd name="T1" fmla="*/ 4 h 224"/>
                <a:gd name="T2" fmla="*/ 152 w 152"/>
                <a:gd name="T3" fmla="*/ 224 h 224"/>
                <a:gd name="T4" fmla="*/ 0 w 152"/>
                <a:gd name="T5" fmla="*/ 8 h 224"/>
                <a:gd name="T6" fmla="*/ 72 w 152"/>
                <a:gd name="T7" fmla="*/ 0 h 224"/>
                <a:gd name="T8" fmla="*/ 152 w 152"/>
                <a:gd name="T9" fmla="*/ 4 h 224"/>
                <a:gd name="T10" fmla="*/ 152 w 152"/>
                <a:gd name="T11" fmla="*/ 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2001" name="Freeform 17"/>
            <p:cNvSpPr>
              <a:spLocks/>
            </p:cNvSpPr>
            <p:nvPr userDrawn="1"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80 h 764"/>
                <a:gd name="T2" fmla="*/ 87 w 386"/>
                <a:gd name="T3" fmla="*/ 0 h 764"/>
                <a:gd name="T4" fmla="*/ 232 w 386"/>
                <a:gd name="T5" fmla="*/ 6 h 764"/>
                <a:gd name="T6" fmla="*/ 386 w 386"/>
                <a:gd name="T7" fmla="*/ 764 h 764"/>
                <a:gd name="T8" fmla="*/ 279 w 386"/>
                <a:gd name="T9" fmla="*/ 720 h 764"/>
                <a:gd name="T10" fmla="*/ 152 w 386"/>
                <a:gd name="T11" fmla="*/ 677 h 764"/>
                <a:gd name="T12" fmla="*/ 0 w 386"/>
                <a:gd name="T13" fmla="*/ 80 h 764"/>
                <a:gd name="T14" fmla="*/ 0 w 386"/>
                <a:gd name="T15" fmla="*/ 8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2002" name="Freeform 18"/>
            <p:cNvSpPr>
              <a:spLocks/>
            </p:cNvSpPr>
            <p:nvPr userDrawn="1"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692 w 728"/>
                <a:gd name="T1" fmla="*/ 0 h 348"/>
                <a:gd name="T2" fmla="*/ 0 w 728"/>
                <a:gd name="T3" fmla="*/ 106 h 348"/>
                <a:gd name="T4" fmla="*/ 28 w 728"/>
                <a:gd name="T5" fmla="*/ 348 h 348"/>
                <a:gd name="T6" fmla="*/ 715 w 728"/>
                <a:gd name="T7" fmla="*/ 237 h 348"/>
                <a:gd name="T8" fmla="*/ 728 w 728"/>
                <a:gd name="T9" fmla="*/ 43 h 348"/>
                <a:gd name="T10" fmla="*/ 692 w 728"/>
                <a:gd name="T11" fmla="*/ 0 h 348"/>
                <a:gd name="T12" fmla="*/ 692 w 728"/>
                <a:gd name="T13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2003" name="Freeform 19"/>
            <p:cNvSpPr>
              <a:spLocks/>
            </p:cNvSpPr>
            <p:nvPr userDrawn="1"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72 w 312"/>
                <a:gd name="T1" fmla="*/ 0 h 135"/>
                <a:gd name="T2" fmla="*/ 0 w 312"/>
                <a:gd name="T3" fmla="*/ 78 h 135"/>
                <a:gd name="T4" fmla="*/ 312 w 312"/>
                <a:gd name="T5" fmla="*/ 135 h 135"/>
                <a:gd name="T6" fmla="*/ 272 w 312"/>
                <a:gd name="T7" fmla="*/ 0 h 135"/>
                <a:gd name="T8" fmla="*/ 272 w 312"/>
                <a:gd name="T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grpSp>
          <p:nvGrpSpPr>
            <p:cNvPr id="40996" name="Group 20"/>
            <p:cNvGrpSpPr>
              <a:grpSpLocks/>
            </p:cNvGrpSpPr>
            <p:nvPr userDrawn="1"/>
          </p:nvGrpSpPr>
          <p:grpSpPr bwMode="auto"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40997" name="Group 21"/>
              <p:cNvGrpSpPr>
                <a:grpSpLocks/>
              </p:cNvGrpSpPr>
              <p:nvPr userDrawn="1"/>
            </p:nvGrpSpPr>
            <p:grpSpPr bwMode="auto"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42006" name="Freeform 22"/>
                <p:cNvSpPr>
                  <a:spLocks/>
                </p:cNvSpPr>
                <p:nvPr userDrawn="1"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107 h 175"/>
                    <a:gd name="T2" fmla="*/ 114 w 313"/>
                    <a:gd name="T3" fmla="*/ 10 h 175"/>
                    <a:gd name="T4" fmla="*/ 213 w 313"/>
                    <a:gd name="T5" fmla="*/ 0 h 175"/>
                    <a:gd name="T6" fmla="*/ 292 w 313"/>
                    <a:gd name="T7" fmla="*/ 27 h 175"/>
                    <a:gd name="T8" fmla="*/ 313 w 313"/>
                    <a:gd name="T9" fmla="*/ 91 h 175"/>
                    <a:gd name="T10" fmla="*/ 167 w 313"/>
                    <a:gd name="T11" fmla="*/ 67 h 175"/>
                    <a:gd name="T12" fmla="*/ 74 w 313"/>
                    <a:gd name="T13" fmla="*/ 101 h 175"/>
                    <a:gd name="T14" fmla="*/ 13 w 313"/>
                    <a:gd name="T15" fmla="*/ 175 h 175"/>
                    <a:gd name="T16" fmla="*/ 0 w 313"/>
                    <a:gd name="T17" fmla="*/ 107 h 175"/>
                    <a:gd name="T18" fmla="*/ 0 w 313"/>
                    <a:gd name="T19" fmla="*/ 107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07" name="Freeform 23"/>
                <p:cNvSpPr>
                  <a:spLocks/>
                </p:cNvSpPr>
                <p:nvPr userDrawn="1"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40 h 266"/>
                    <a:gd name="T2" fmla="*/ 160 w 230"/>
                    <a:gd name="T3" fmla="*/ 266 h 266"/>
                    <a:gd name="T4" fmla="*/ 230 w 230"/>
                    <a:gd name="T5" fmla="*/ 251 h 266"/>
                    <a:gd name="T6" fmla="*/ 223 w 230"/>
                    <a:gd name="T7" fmla="*/ 17 h 266"/>
                    <a:gd name="T8" fmla="*/ 166 w 230"/>
                    <a:gd name="T9" fmla="*/ 0 h 266"/>
                    <a:gd name="T10" fmla="*/ 179 w 230"/>
                    <a:gd name="T11" fmla="*/ 197 h 266"/>
                    <a:gd name="T12" fmla="*/ 71 w 230"/>
                    <a:gd name="T13" fmla="*/ 4 h 266"/>
                    <a:gd name="T14" fmla="*/ 0 w 230"/>
                    <a:gd name="T15" fmla="*/ 40 h 266"/>
                    <a:gd name="T16" fmla="*/ 0 w 230"/>
                    <a:gd name="T17" fmla="*/ 40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08" name="Freeform 24"/>
                <p:cNvSpPr>
                  <a:spLocks/>
                </p:cNvSpPr>
                <p:nvPr userDrawn="1"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9 h 234"/>
                    <a:gd name="T2" fmla="*/ 36 w 87"/>
                    <a:gd name="T3" fmla="*/ 93 h 234"/>
                    <a:gd name="T4" fmla="*/ 44 w 87"/>
                    <a:gd name="T5" fmla="*/ 154 h 234"/>
                    <a:gd name="T6" fmla="*/ 27 w 87"/>
                    <a:gd name="T7" fmla="*/ 234 h 234"/>
                    <a:gd name="T8" fmla="*/ 80 w 87"/>
                    <a:gd name="T9" fmla="*/ 220 h 234"/>
                    <a:gd name="T10" fmla="*/ 87 w 87"/>
                    <a:gd name="T11" fmla="*/ 116 h 234"/>
                    <a:gd name="T12" fmla="*/ 46 w 87"/>
                    <a:gd name="T13" fmla="*/ 0 h 234"/>
                    <a:gd name="T14" fmla="*/ 0 w 87"/>
                    <a:gd name="T15" fmla="*/ 19 h 234"/>
                    <a:gd name="T16" fmla="*/ 0 w 87"/>
                    <a:gd name="T17" fmla="*/ 19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</p:grpSp>
          <p:sp>
            <p:nvSpPr>
              <p:cNvPr id="42009" name="Freeform 25"/>
              <p:cNvSpPr>
                <a:spLocks/>
              </p:cNvSpPr>
              <p:nvPr userDrawn="1"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  <a:gd name="T10" fmla="*/ 100 w 1190"/>
                  <a:gd name="T1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42010" name="Freeform 26"/>
              <p:cNvSpPr>
                <a:spLocks/>
              </p:cNvSpPr>
              <p:nvPr userDrawn="1"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  <a:gd name="T30" fmla="*/ 14 w 489"/>
                  <a:gd name="T3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sp>
            <p:nvSpPr>
              <p:cNvPr id="42011" name="Freeform 27"/>
              <p:cNvSpPr>
                <a:spLocks/>
              </p:cNvSpPr>
              <p:nvPr userDrawn="1"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24 w 213"/>
                  <a:gd name="T1" fmla="*/ 0 h 478"/>
                  <a:gd name="T2" fmla="*/ 91 w 213"/>
                  <a:gd name="T3" fmla="*/ 25 h 478"/>
                  <a:gd name="T4" fmla="*/ 80 w 213"/>
                  <a:gd name="T5" fmla="*/ 192 h 478"/>
                  <a:gd name="T6" fmla="*/ 106 w 213"/>
                  <a:gd name="T7" fmla="*/ 327 h 478"/>
                  <a:gd name="T8" fmla="*/ 213 w 213"/>
                  <a:gd name="T9" fmla="*/ 451 h 478"/>
                  <a:gd name="T10" fmla="*/ 97 w 213"/>
                  <a:gd name="T11" fmla="*/ 478 h 478"/>
                  <a:gd name="T12" fmla="*/ 30 w 213"/>
                  <a:gd name="T13" fmla="*/ 344 h 478"/>
                  <a:gd name="T14" fmla="*/ 0 w 213"/>
                  <a:gd name="T15" fmla="*/ 57 h 478"/>
                  <a:gd name="T16" fmla="*/ 24 w 213"/>
                  <a:gd name="T17" fmla="*/ 0 h 478"/>
                  <a:gd name="T18" fmla="*/ 24 w 213"/>
                  <a:gd name="T19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grpSp>
            <p:nvGrpSpPr>
              <p:cNvPr id="41001" name="Group 28"/>
              <p:cNvGrpSpPr>
                <a:grpSpLocks/>
              </p:cNvGrpSpPr>
              <p:nvPr userDrawn="1"/>
            </p:nvGrpSpPr>
            <p:grpSpPr bwMode="auto"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42013" name="Freeform 29"/>
                <p:cNvSpPr>
                  <a:spLocks/>
                </p:cNvSpPr>
                <p:nvPr userDrawn="1"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10 w 150"/>
                    <a:gd name="T1" fmla="*/ 0 h 173"/>
                    <a:gd name="T2" fmla="*/ 40 w 150"/>
                    <a:gd name="T3" fmla="*/ 66 h 173"/>
                    <a:gd name="T4" fmla="*/ 0 w 150"/>
                    <a:gd name="T5" fmla="*/ 173 h 173"/>
                    <a:gd name="T6" fmla="*/ 80 w 150"/>
                    <a:gd name="T7" fmla="*/ 160 h 173"/>
                    <a:gd name="T8" fmla="*/ 103 w 150"/>
                    <a:gd name="T9" fmla="*/ 84 h 173"/>
                    <a:gd name="T10" fmla="*/ 150 w 150"/>
                    <a:gd name="T11" fmla="*/ 27 h 173"/>
                    <a:gd name="T12" fmla="*/ 110 w 150"/>
                    <a:gd name="T13" fmla="*/ 0 h 173"/>
                    <a:gd name="T14" fmla="*/ 110 w 150"/>
                    <a:gd name="T15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14" name="Freeform 30"/>
                <p:cNvSpPr>
                  <a:spLocks/>
                </p:cNvSpPr>
                <p:nvPr userDrawn="1"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56 w 1684"/>
                    <a:gd name="T1" fmla="*/ 0 h 880"/>
                    <a:gd name="T2" fmla="*/ 63 w 1684"/>
                    <a:gd name="T3" fmla="*/ 52 h 880"/>
                    <a:gd name="T4" fmla="*/ 0 w 1684"/>
                    <a:gd name="T5" fmla="*/ 208 h 880"/>
                    <a:gd name="T6" fmla="*/ 67 w 1684"/>
                    <a:gd name="T7" fmla="*/ 358 h 880"/>
                    <a:gd name="T8" fmla="*/ 1182 w 1684"/>
                    <a:gd name="T9" fmla="*/ 867 h 880"/>
                    <a:gd name="T10" fmla="*/ 1422 w 1684"/>
                    <a:gd name="T11" fmla="*/ 835 h 880"/>
                    <a:gd name="T12" fmla="*/ 1616 w 1684"/>
                    <a:gd name="T13" fmla="*/ 880 h 880"/>
                    <a:gd name="T14" fmla="*/ 1684 w 1684"/>
                    <a:gd name="T15" fmla="*/ 808 h 880"/>
                    <a:gd name="T16" fmla="*/ 1502 w 1684"/>
                    <a:gd name="T17" fmla="*/ 664 h 880"/>
                    <a:gd name="T18" fmla="*/ 1428 w 1684"/>
                    <a:gd name="T19" fmla="*/ 512 h 880"/>
                    <a:gd name="T20" fmla="*/ 1369 w 1684"/>
                    <a:gd name="T21" fmla="*/ 527 h 880"/>
                    <a:gd name="T22" fmla="*/ 1439 w 1684"/>
                    <a:gd name="T23" fmla="*/ 664 h 880"/>
                    <a:gd name="T24" fmla="*/ 1578 w 1684"/>
                    <a:gd name="T25" fmla="*/ 810 h 880"/>
                    <a:gd name="T26" fmla="*/ 1413 w 1684"/>
                    <a:gd name="T27" fmla="*/ 787 h 880"/>
                    <a:gd name="T28" fmla="*/ 1219 w 1684"/>
                    <a:gd name="T29" fmla="*/ 814 h 880"/>
                    <a:gd name="T30" fmla="*/ 1255 w 1684"/>
                    <a:gd name="T31" fmla="*/ 650 h 880"/>
                    <a:gd name="T32" fmla="*/ 1338 w 1684"/>
                    <a:gd name="T33" fmla="*/ 538 h 880"/>
                    <a:gd name="T34" fmla="*/ 1241 w 1684"/>
                    <a:gd name="T35" fmla="*/ 552 h 880"/>
                    <a:gd name="T36" fmla="*/ 1165 w 1684"/>
                    <a:gd name="T37" fmla="*/ 658 h 880"/>
                    <a:gd name="T38" fmla="*/ 1139 w 1684"/>
                    <a:gd name="T39" fmla="*/ 791 h 880"/>
                    <a:gd name="T40" fmla="*/ 107 w 1684"/>
                    <a:gd name="T41" fmla="*/ 310 h 880"/>
                    <a:gd name="T42" fmla="*/ 80 w 1684"/>
                    <a:gd name="T43" fmla="*/ 215 h 880"/>
                    <a:gd name="T44" fmla="*/ 103 w 1684"/>
                    <a:gd name="T45" fmla="*/ 95 h 880"/>
                    <a:gd name="T46" fmla="*/ 217 w 1684"/>
                    <a:gd name="T47" fmla="*/ 0 h 880"/>
                    <a:gd name="T48" fmla="*/ 156 w 1684"/>
                    <a:gd name="T49" fmla="*/ 0 h 880"/>
                    <a:gd name="T50" fmla="*/ 156 w 1684"/>
                    <a:gd name="T51" fmla="*/ 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15" name="Freeform 31"/>
                <p:cNvSpPr>
                  <a:spLocks/>
                </p:cNvSpPr>
                <p:nvPr userDrawn="1"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16 w 160"/>
                    <a:gd name="T1" fmla="*/ 0 h 335"/>
                    <a:gd name="T2" fmla="*/ 19 w 160"/>
                    <a:gd name="T3" fmla="*/ 106 h 335"/>
                    <a:gd name="T4" fmla="*/ 0 w 160"/>
                    <a:gd name="T5" fmla="*/ 230 h 335"/>
                    <a:gd name="T6" fmla="*/ 33 w 160"/>
                    <a:gd name="T7" fmla="*/ 314 h 335"/>
                    <a:gd name="T8" fmla="*/ 94 w 160"/>
                    <a:gd name="T9" fmla="*/ 335 h 335"/>
                    <a:gd name="T10" fmla="*/ 76 w 160"/>
                    <a:gd name="T11" fmla="*/ 154 h 335"/>
                    <a:gd name="T12" fmla="*/ 160 w 160"/>
                    <a:gd name="T13" fmla="*/ 17 h 335"/>
                    <a:gd name="T14" fmla="*/ 116 w 160"/>
                    <a:gd name="T15" fmla="*/ 0 h 335"/>
                    <a:gd name="T16" fmla="*/ 116 w 160"/>
                    <a:gd name="T17" fmla="*/ 0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16" name="Freeform 32"/>
                <p:cNvSpPr>
                  <a:spLocks/>
                </p:cNvSpPr>
                <p:nvPr userDrawn="1"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218 w 642"/>
                    <a:gd name="T1" fmla="*/ 896 h 1188"/>
                    <a:gd name="T2" fmla="*/ 0 w 642"/>
                    <a:gd name="T3" fmla="*/ 124 h 1188"/>
                    <a:gd name="T4" fmla="*/ 81 w 642"/>
                    <a:gd name="T5" fmla="*/ 38 h 1188"/>
                    <a:gd name="T6" fmla="*/ 258 w 642"/>
                    <a:gd name="T7" fmla="*/ 0 h 1188"/>
                    <a:gd name="T8" fmla="*/ 399 w 642"/>
                    <a:gd name="T9" fmla="*/ 57 h 1188"/>
                    <a:gd name="T10" fmla="*/ 642 w 642"/>
                    <a:gd name="T11" fmla="*/ 1188 h 1188"/>
                    <a:gd name="T12" fmla="*/ 555 w 642"/>
                    <a:gd name="T13" fmla="*/ 1091 h 1188"/>
                    <a:gd name="T14" fmla="*/ 355 w 642"/>
                    <a:gd name="T15" fmla="*/ 97 h 1188"/>
                    <a:gd name="T16" fmla="*/ 226 w 642"/>
                    <a:gd name="T17" fmla="*/ 61 h 1188"/>
                    <a:gd name="T18" fmla="*/ 119 w 642"/>
                    <a:gd name="T19" fmla="*/ 74 h 1188"/>
                    <a:gd name="T20" fmla="*/ 76 w 642"/>
                    <a:gd name="T21" fmla="*/ 141 h 1188"/>
                    <a:gd name="T22" fmla="*/ 306 w 642"/>
                    <a:gd name="T23" fmla="*/ 924 h 1188"/>
                    <a:gd name="T24" fmla="*/ 218 w 642"/>
                    <a:gd name="T25" fmla="*/ 896 h 1188"/>
                    <a:gd name="T26" fmla="*/ 218 w 642"/>
                    <a:gd name="T27" fmla="*/ 896 h 1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17" name="Freeform 33"/>
                <p:cNvSpPr>
                  <a:spLocks/>
                </p:cNvSpPr>
                <p:nvPr userDrawn="1"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27 h 504"/>
                    <a:gd name="T2" fmla="*/ 76 w 192"/>
                    <a:gd name="T3" fmla="*/ 194 h 504"/>
                    <a:gd name="T4" fmla="*/ 113 w 192"/>
                    <a:gd name="T5" fmla="*/ 318 h 504"/>
                    <a:gd name="T6" fmla="*/ 116 w 192"/>
                    <a:gd name="T7" fmla="*/ 504 h 504"/>
                    <a:gd name="T8" fmla="*/ 192 w 192"/>
                    <a:gd name="T9" fmla="*/ 504 h 504"/>
                    <a:gd name="T10" fmla="*/ 187 w 192"/>
                    <a:gd name="T11" fmla="*/ 360 h 504"/>
                    <a:gd name="T12" fmla="*/ 162 w 192"/>
                    <a:gd name="T13" fmla="*/ 208 h 504"/>
                    <a:gd name="T14" fmla="*/ 99 w 192"/>
                    <a:gd name="T15" fmla="*/ 59 h 504"/>
                    <a:gd name="T16" fmla="*/ 63 w 192"/>
                    <a:gd name="T17" fmla="*/ 0 h 504"/>
                    <a:gd name="T18" fmla="*/ 0 w 192"/>
                    <a:gd name="T19" fmla="*/ 27 h 504"/>
                    <a:gd name="T20" fmla="*/ 0 w 192"/>
                    <a:gd name="T21" fmla="*/ 27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18" name="Freeform 34"/>
                <p:cNvSpPr>
                  <a:spLocks/>
                </p:cNvSpPr>
                <p:nvPr userDrawn="1"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97 w 390"/>
                    <a:gd name="T1" fmla="*/ 0 h 269"/>
                    <a:gd name="T2" fmla="*/ 257 w 390"/>
                    <a:gd name="T3" fmla="*/ 17 h 269"/>
                    <a:gd name="T4" fmla="*/ 253 w 390"/>
                    <a:gd name="T5" fmla="*/ 66 h 269"/>
                    <a:gd name="T6" fmla="*/ 0 w 390"/>
                    <a:gd name="T7" fmla="*/ 169 h 269"/>
                    <a:gd name="T8" fmla="*/ 0 w 390"/>
                    <a:gd name="T9" fmla="*/ 222 h 269"/>
                    <a:gd name="T10" fmla="*/ 284 w 390"/>
                    <a:gd name="T11" fmla="*/ 226 h 269"/>
                    <a:gd name="T12" fmla="*/ 320 w 390"/>
                    <a:gd name="T13" fmla="*/ 269 h 269"/>
                    <a:gd name="T14" fmla="*/ 390 w 390"/>
                    <a:gd name="T15" fmla="*/ 266 h 269"/>
                    <a:gd name="T16" fmla="*/ 383 w 390"/>
                    <a:gd name="T17" fmla="*/ 190 h 269"/>
                    <a:gd name="T18" fmla="*/ 116 w 390"/>
                    <a:gd name="T19" fmla="*/ 176 h 269"/>
                    <a:gd name="T20" fmla="*/ 333 w 390"/>
                    <a:gd name="T21" fmla="*/ 89 h 269"/>
                    <a:gd name="T22" fmla="*/ 297 w 390"/>
                    <a:gd name="T23" fmla="*/ 0 h 269"/>
                    <a:gd name="T24" fmla="*/ 297 w 390"/>
                    <a:gd name="T25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19" name="Freeform 35"/>
                <p:cNvSpPr>
                  <a:spLocks/>
                </p:cNvSpPr>
                <p:nvPr userDrawn="1"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31 h 424"/>
                    <a:gd name="T2" fmla="*/ 863 w 941"/>
                    <a:gd name="T3" fmla="*/ 0 h 424"/>
                    <a:gd name="T4" fmla="*/ 926 w 941"/>
                    <a:gd name="T5" fmla="*/ 78 h 424"/>
                    <a:gd name="T6" fmla="*/ 941 w 941"/>
                    <a:gd name="T7" fmla="*/ 181 h 424"/>
                    <a:gd name="T8" fmla="*/ 903 w 941"/>
                    <a:gd name="T9" fmla="*/ 282 h 424"/>
                    <a:gd name="T10" fmla="*/ 57 w 941"/>
                    <a:gd name="T11" fmla="*/ 424 h 424"/>
                    <a:gd name="T12" fmla="*/ 53 w 941"/>
                    <a:gd name="T13" fmla="*/ 384 h 424"/>
                    <a:gd name="T14" fmla="*/ 863 w 941"/>
                    <a:gd name="T15" fmla="*/ 242 h 424"/>
                    <a:gd name="T16" fmla="*/ 893 w 941"/>
                    <a:gd name="T17" fmla="*/ 145 h 424"/>
                    <a:gd name="T18" fmla="*/ 840 w 941"/>
                    <a:gd name="T19" fmla="*/ 57 h 424"/>
                    <a:gd name="T20" fmla="*/ 0 w 941"/>
                    <a:gd name="T21" fmla="*/ 185 h 424"/>
                    <a:gd name="T22" fmla="*/ 0 w 941"/>
                    <a:gd name="T23" fmla="*/ 131 h 424"/>
                    <a:gd name="T24" fmla="*/ 0 w 941"/>
                    <a:gd name="T25" fmla="*/ 131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20" name="Freeform 36"/>
                <p:cNvSpPr>
                  <a:spLocks/>
                </p:cNvSpPr>
                <p:nvPr userDrawn="1"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126 h 173"/>
                    <a:gd name="T2" fmla="*/ 66 w 488"/>
                    <a:gd name="T3" fmla="*/ 173 h 173"/>
                    <a:gd name="T4" fmla="*/ 222 w 488"/>
                    <a:gd name="T5" fmla="*/ 166 h 173"/>
                    <a:gd name="T6" fmla="*/ 418 w 488"/>
                    <a:gd name="T7" fmla="*/ 116 h 173"/>
                    <a:gd name="T8" fmla="*/ 488 w 488"/>
                    <a:gd name="T9" fmla="*/ 42 h 173"/>
                    <a:gd name="T10" fmla="*/ 443 w 488"/>
                    <a:gd name="T11" fmla="*/ 2 h 173"/>
                    <a:gd name="T12" fmla="*/ 253 w 488"/>
                    <a:gd name="T13" fmla="*/ 0 h 173"/>
                    <a:gd name="T14" fmla="*/ 110 w 488"/>
                    <a:gd name="T15" fmla="*/ 12 h 173"/>
                    <a:gd name="T16" fmla="*/ 15 w 488"/>
                    <a:gd name="T17" fmla="*/ 76 h 173"/>
                    <a:gd name="T18" fmla="*/ 112 w 488"/>
                    <a:gd name="T19" fmla="*/ 95 h 173"/>
                    <a:gd name="T20" fmla="*/ 275 w 488"/>
                    <a:gd name="T21" fmla="*/ 53 h 173"/>
                    <a:gd name="T22" fmla="*/ 416 w 488"/>
                    <a:gd name="T23" fmla="*/ 53 h 173"/>
                    <a:gd name="T24" fmla="*/ 268 w 488"/>
                    <a:gd name="T25" fmla="*/ 110 h 173"/>
                    <a:gd name="T26" fmla="*/ 142 w 488"/>
                    <a:gd name="T27" fmla="*/ 126 h 173"/>
                    <a:gd name="T28" fmla="*/ 0 w 488"/>
                    <a:gd name="T29" fmla="*/ 126 h 173"/>
                    <a:gd name="T30" fmla="*/ 0 w 488"/>
                    <a:gd name="T31" fmla="*/ 126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</p:grpSp>
        </p:grpSp>
      </p:grpSp>
      <p:grpSp>
        <p:nvGrpSpPr>
          <p:cNvPr id="40971" name="Group 37"/>
          <p:cNvGrpSpPr>
            <a:grpSpLocks/>
          </p:cNvGrpSpPr>
          <p:nvPr/>
        </p:nvGrpSpPr>
        <p:grpSpPr bwMode="auto"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42022" name="Freeform 38"/>
            <p:cNvSpPr>
              <a:spLocks/>
            </p:cNvSpPr>
            <p:nvPr userDrawn="1"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  <a:gd name="T64" fmla="*/ 692 w 772"/>
                <a:gd name="T65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sp>
          <p:nvSpPr>
            <p:cNvPr id="42023" name="Freeform 39"/>
            <p:cNvSpPr>
              <a:spLocks/>
            </p:cNvSpPr>
            <p:nvPr userDrawn="1"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  <a:gd name="T64" fmla="*/ 692 w 772"/>
                <a:gd name="T65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</p:grpSp>
      <p:grpSp>
        <p:nvGrpSpPr>
          <p:cNvPr id="40972" name="Group 40"/>
          <p:cNvGrpSpPr>
            <a:grpSpLocks/>
          </p:cNvGrpSpPr>
          <p:nvPr/>
        </p:nvGrpSpPr>
        <p:grpSpPr bwMode="auto"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40973" name="Group 41"/>
            <p:cNvGrpSpPr>
              <a:grpSpLocks/>
            </p:cNvGrpSpPr>
            <p:nvPr userDrawn="1"/>
          </p:nvGrpSpPr>
          <p:grpSpPr bwMode="auto"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42026" name="Freeform 42"/>
              <p:cNvSpPr>
                <a:spLocks/>
              </p:cNvSpPr>
              <p:nvPr userDrawn="1"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123 w 245"/>
                  <a:gd name="T1" fmla="*/ 9 h 806"/>
                  <a:gd name="T2" fmla="*/ 131 w 245"/>
                  <a:gd name="T3" fmla="*/ 342 h 806"/>
                  <a:gd name="T4" fmla="*/ 0 w 245"/>
                  <a:gd name="T5" fmla="*/ 806 h 806"/>
                  <a:gd name="T6" fmla="*/ 79 w 245"/>
                  <a:gd name="T7" fmla="*/ 789 h 806"/>
                  <a:gd name="T8" fmla="*/ 218 w 245"/>
                  <a:gd name="T9" fmla="*/ 376 h 806"/>
                  <a:gd name="T10" fmla="*/ 245 w 245"/>
                  <a:gd name="T11" fmla="*/ 0 h 806"/>
                  <a:gd name="T12" fmla="*/ 123 w 245"/>
                  <a:gd name="T13" fmla="*/ 9 h 806"/>
                  <a:gd name="T14" fmla="*/ 123 w 245"/>
                  <a:gd name="T15" fmla="*/ 9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latin typeface="+mn-lt"/>
                </a:endParaRPr>
              </a:p>
            </p:txBody>
          </p:sp>
          <p:grpSp>
            <p:nvGrpSpPr>
              <p:cNvPr id="40976" name="Group 43"/>
              <p:cNvGrpSpPr>
                <a:grpSpLocks/>
              </p:cNvGrpSpPr>
              <p:nvPr userDrawn="1"/>
            </p:nvGrpSpPr>
            <p:grpSpPr bwMode="auto"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42028" name="Freeform 44"/>
                <p:cNvSpPr>
                  <a:spLocks/>
                </p:cNvSpPr>
                <p:nvPr userDrawn="1"/>
              </p:nvSpPr>
              <p:spPr bwMode="auto">
                <a:xfrm rot="-3172564">
                  <a:off x="4966" y="71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298 w 604"/>
                    <a:gd name="T3" fmla="*/ 184 h 349"/>
                    <a:gd name="T4" fmla="*/ 500 w 604"/>
                    <a:gd name="T5" fmla="*/ 349 h 349"/>
                    <a:gd name="T6" fmla="*/ 604 w 604"/>
                    <a:gd name="T7" fmla="*/ 140 h 349"/>
                    <a:gd name="T8" fmla="*/ 359 w 604"/>
                    <a:gd name="T9" fmla="*/ 9 h 349"/>
                    <a:gd name="T10" fmla="*/ 464 w 604"/>
                    <a:gd name="T11" fmla="*/ 184 h 349"/>
                    <a:gd name="T12" fmla="*/ 131 w 604"/>
                    <a:gd name="T13" fmla="*/ 17 h 349"/>
                    <a:gd name="T14" fmla="*/ 0 w 604"/>
                    <a:gd name="T15" fmla="*/ 0 h 349"/>
                    <a:gd name="T16" fmla="*/ 0 w 604"/>
                    <a:gd name="T17" fmla="*/ 0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29" name="Freeform 45"/>
                <p:cNvSpPr>
                  <a:spLocks/>
                </p:cNvSpPr>
                <p:nvPr userDrawn="1"/>
              </p:nvSpPr>
              <p:spPr bwMode="auto">
                <a:xfrm rot="-3172564">
                  <a:off x="5050" y="330"/>
                  <a:ext cx="269" cy="438"/>
                </a:xfrm>
                <a:custGeom>
                  <a:avLst/>
                  <a:gdLst>
                    <a:gd name="T0" fmla="*/ 741 w 1064"/>
                    <a:gd name="T1" fmla="*/ 129 h 1230"/>
                    <a:gd name="T2" fmla="*/ 485 w 1064"/>
                    <a:gd name="T3" fmla="*/ 352 h 1230"/>
                    <a:gd name="T4" fmla="*/ 163 w 1064"/>
                    <a:gd name="T5" fmla="*/ 762 h 1230"/>
                    <a:gd name="T6" fmla="*/ 0 w 1064"/>
                    <a:gd name="T7" fmla="*/ 1101 h 1230"/>
                    <a:gd name="T8" fmla="*/ 59 w 1064"/>
                    <a:gd name="T9" fmla="*/ 1230 h 1230"/>
                    <a:gd name="T10" fmla="*/ 262 w 1064"/>
                    <a:gd name="T11" fmla="*/ 1201 h 1230"/>
                    <a:gd name="T12" fmla="*/ 578 w 1064"/>
                    <a:gd name="T13" fmla="*/ 914 h 1230"/>
                    <a:gd name="T14" fmla="*/ 876 w 1064"/>
                    <a:gd name="T15" fmla="*/ 534 h 1230"/>
                    <a:gd name="T16" fmla="*/ 1034 w 1064"/>
                    <a:gd name="T17" fmla="*/ 270 h 1230"/>
                    <a:gd name="T18" fmla="*/ 1064 w 1064"/>
                    <a:gd name="T19" fmla="*/ 84 h 1230"/>
                    <a:gd name="T20" fmla="*/ 977 w 1064"/>
                    <a:gd name="T21" fmla="*/ 0 h 1230"/>
                    <a:gd name="T22" fmla="*/ 836 w 1064"/>
                    <a:gd name="T23" fmla="*/ 65 h 1230"/>
                    <a:gd name="T24" fmla="*/ 969 w 1064"/>
                    <a:gd name="T25" fmla="*/ 107 h 1230"/>
                    <a:gd name="T26" fmla="*/ 876 w 1064"/>
                    <a:gd name="T27" fmla="*/ 352 h 1230"/>
                    <a:gd name="T28" fmla="*/ 690 w 1064"/>
                    <a:gd name="T29" fmla="*/ 656 h 1230"/>
                    <a:gd name="T30" fmla="*/ 350 w 1064"/>
                    <a:gd name="T31" fmla="*/ 1008 h 1230"/>
                    <a:gd name="T32" fmla="*/ 116 w 1064"/>
                    <a:gd name="T33" fmla="*/ 1114 h 1230"/>
                    <a:gd name="T34" fmla="*/ 135 w 1064"/>
                    <a:gd name="T35" fmla="*/ 943 h 1230"/>
                    <a:gd name="T36" fmla="*/ 437 w 1064"/>
                    <a:gd name="T37" fmla="*/ 504 h 1230"/>
                    <a:gd name="T38" fmla="*/ 831 w 1064"/>
                    <a:gd name="T39" fmla="*/ 118 h 1230"/>
                    <a:gd name="T40" fmla="*/ 741 w 1064"/>
                    <a:gd name="T41" fmla="*/ 129 h 1230"/>
                    <a:gd name="T42" fmla="*/ 741 w 1064"/>
                    <a:gd name="T43" fmla="*/ 129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30" name="Freeform 46"/>
                <p:cNvSpPr>
                  <a:spLocks/>
                </p:cNvSpPr>
                <p:nvPr userDrawn="1"/>
              </p:nvSpPr>
              <p:spPr bwMode="auto">
                <a:xfrm rot="-3172564">
                  <a:off x="4860" y="180"/>
                  <a:ext cx="505" cy="898"/>
                </a:xfrm>
                <a:custGeom>
                  <a:avLst/>
                  <a:gdLst>
                    <a:gd name="T0" fmla="*/ 1941 w 2002"/>
                    <a:gd name="T1" fmla="*/ 0 h 2521"/>
                    <a:gd name="T2" fmla="*/ 0 w 2002"/>
                    <a:gd name="T3" fmla="*/ 2521 h 2521"/>
                    <a:gd name="T4" fmla="*/ 192 w 2002"/>
                    <a:gd name="T5" fmla="*/ 2450 h 2521"/>
                    <a:gd name="T6" fmla="*/ 2002 w 2002"/>
                    <a:gd name="T7" fmla="*/ 61 h 2521"/>
                    <a:gd name="T8" fmla="*/ 1941 w 2002"/>
                    <a:gd name="T9" fmla="*/ 0 h 2521"/>
                    <a:gd name="T10" fmla="*/ 1941 w 2002"/>
                    <a:gd name="T11" fmla="*/ 0 h 2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31" name="Freeform 47"/>
                <p:cNvSpPr>
                  <a:spLocks/>
                </p:cNvSpPr>
                <p:nvPr userDrawn="1"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95 w 3007"/>
                    <a:gd name="T1" fmla="*/ 2844 h 3771"/>
                    <a:gd name="T2" fmla="*/ 394 w 3007"/>
                    <a:gd name="T3" fmla="*/ 2834 h 3771"/>
                    <a:gd name="T4" fmla="*/ 821 w 3007"/>
                    <a:gd name="T5" fmla="*/ 3009 h 3771"/>
                    <a:gd name="T6" fmla="*/ 681 w 3007"/>
                    <a:gd name="T7" fmla="*/ 2817 h 3771"/>
                    <a:gd name="T8" fmla="*/ 367 w 3007"/>
                    <a:gd name="T9" fmla="*/ 2703 h 3771"/>
                    <a:gd name="T10" fmla="*/ 637 w 3007"/>
                    <a:gd name="T11" fmla="*/ 2720 h 3771"/>
                    <a:gd name="T12" fmla="*/ 979 w 3007"/>
                    <a:gd name="T13" fmla="*/ 2870 h 3771"/>
                    <a:gd name="T14" fmla="*/ 2859 w 3007"/>
                    <a:gd name="T15" fmla="*/ 420 h 3771"/>
                    <a:gd name="T16" fmla="*/ 2578 w 3007"/>
                    <a:gd name="T17" fmla="*/ 148 h 3771"/>
                    <a:gd name="T18" fmla="*/ 2308 w 3007"/>
                    <a:gd name="T19" fmla="*/ 0 h 3771"/>
                    <a:gd name="T20" fmla="*/ 2692 w 3007"/>
                    <a:gd name="T21" fmla="*/ 78 h 3771"/>
                    <a:gd name="T22" fmla="*/ 3007 w 3007"/>
                    <a:gd name="T23" fmla="*/ 428 h 3771"/>
                    <a:gd name="T24" fmla="*/ 831 w 3007"/>
                    <a:gd name="T25" fmla="*/ 3273 h 3771"/>
                    <a:gd name="T26" fmla="*/ 481 w 3007"/>
                    <a:gd name="T27" fmla="*/ 3412 h 3771"/>
                    <a:gd name="T28" fmla="*/ 105 w 3007"/>
                    <a:gd name="T29" fmla="*/ 3771 h 3771"/>
                    <a:gd name="T30" fmla="*/ 0 w 3007"/>
                    <a:gd name="T31" fmla="*/ 3667 h 3771"/>
                    <a:gd name="T32" fmla="*/ 131 w 3007"/>
                    <a:gd name="T33" fmla="*/ 3631 h 3771"/>
                    <a:gd name="T34" fmla="*/ 376 w 3007"/>
                    <a:gd name="T35" fmla="*/ 3385 h 3771"/>
                    <a:gd name="T36" fmla="*/ 165 w 3007"/>
                    <a:gd name="T37" fmla="*/ 3273 h 3771"/>
                    <a:gd name="T38" fmla="*/ 165 w 3007"/>
                    <a:gd name="T39" fmla="*/ 3176 h 3771"/>
                    <a:gd name="T40" fmla="*/ 411 w 3007"/>
                    <a:gd name="T41" fmla="*/ 3298 h 3771"/>
                    <a:gd name="T42" fmla="*/ 411 w 3007"/>
                    <a:gd name="T43" fmla="*/ 3186 h 3771"/>
                    <a:gd name="T44" fmla="*/ 603 w 3007"/>
                    <a:gd name="T45" fmla="*/ 3220 h 3771"/>
                    <a:gd name="T46" fmla="*/ 428 w 3007"/>
                    <a:gd name="T47" fmla="*/ 3079 h 3771"/>
                    <a:gd name="T48" fmla="*/ 629 w 3007"/>
                    <a:gd name="T49" fmla="*/ 3062 h 3771"/>
                    <a:gd name="T50" fmla="*/ 95 w 3007"/>
                    <a:gd name="T51" fmla="*/ 2844 h 3771"/>
                    <a:gd name="T52" fmla="*/ 95 w 3007"/>
                    <a:gd name="T53" fmla="*/ 2844 h 37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32" name="Freeform 48"/>
                <p:cNvSpPr>
                  <a:spLocks/>
                </p:cNvSpPr>
                <p:nvPr userDrawn="1"/>
              </p:nvSpPr>
              <p:spPr bwMode="auto">
                <a:xfrm rot="-3172564">
                  <a:off x="5299" y="895"/>
                  <a:ext cx="169" cy="122"/>
                </a:xfrm>
                <a:custGeom>
                  <a:avLst/>
                  <a:gdLst>
                    <a:gd name="T0" fmla="*/ 0 w 673"/>
                    <a:gd name="T1" fmla="*/ 80 h 342"/>
                    <a:gd name="T2" fmla="*/ 255 w 673"/>
                    <a:gd name="T3" fmla="*/ 106 h 342"/>
                    <a:gd name="T4" fmla="*/ 639 w 673"/>
                    <a:gd name="T5" fmla="*/ 342 h 342"/>
                    <a:gd name="T6" fmla="*/ 673 w 673"/>
                    <a:gd name="T7" fmla="*/ 289 h 342"/>
                    <a:gd name="T8" fmla="*/ 447 w 673"/>
                    <a:gd name="T9" fmla="*/ 114 h 342"/>
                    <a:gd name="T10" fmla="*/ 26 w 673"/>
                    <a:gd name="T11" fmla="*/ 0 h 342"/>
                    <a:gd name="T12" fmla="*/ 0 w 673"/>
                    <a:gd name="T13" fmla="*/ 80 h 342"/>
                    <a:gd name="T14" fmla="*/ 0 w 673"/>
                    <a:gd name="T15" fmla="*/ 80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33" name="Freeform 49"/>
                <p:cNvSpPr>
                  <a:spLocks/>
                </p:cNvSpPr>
                <p:nvPr userDrawn="1"/>
              </p:nvSpPr>
              <p:spPr bwMode="auto">
                <a:xfrm rot="-3172564">
                  <a:off x="5253" y="804"/>
                  <a:ext cx="181" cy="144"/>
                </a:xfrm>
                <a:custGeom>
                  <a:avLst/>
                  <a:gdLst>
                    <a:gd name="T0" fmla="*/ 0 w 716"/>
                    <a:gd name="T1" fmla="*/ 78 h 403"/>
                    <a:gd name="T2" fmla="*/ 340 w 716"/>
                    <a:gd name="T3" fmla="*/ 148 h 403"/>
                    <a:gd name="T4" fmla="*/ 638 w 716"/>
                    <a:gd name="T5" fmla="*/ 403 h 403"/>
                    <a:gd name="T6" fmla="*/ 716 w 716"/>
                    <a:gd name="T7" fmla="*/ 296 h 403"/>
                    <a:gd name="T8" fmla="*/ 420 w 716"/>
                    <a:gd name="T9" fmla="*/ 114 h 403"/>
                    <a:gd name="T10" fmla="*/ 70 w 716"/>
                    <a:gd name="T11" fmla="*/ 0 h 403"/>
                    <a:gd name="T12" fmla="*/ 0 w 716"/>
                    <a:gd name="T13" fmla="*/ 78 h 403"/>
                    <a:gd name="T14" fmla="*/ 0 w 716"/>
                    <a:gd name="T15" fmla="*/ 78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34" name="Freeform 50"/>
                <p:cNvSpPr>
                  <a:spLocks/>
                </p:cNvSpPr>
                <p:nvPr userDrawn="1"/>
              </p:nvSpPr>
              <p:spPr bwMode="auto">
                <a:xfrm rot="-3172564">
                  <a:off x="4985" y="210"/>
                  <a:ext cx="181" cy="147"/>
                </a:xfrm>
                <a:custGeom>
                  <a:avLst/>
                  <a:gdLst>
                    <a:gd name="T0" fmla="*/ 0 w 717"/>
                    <a:gd name="T1" fmla="*/ 78 h 411"/>
                    <a:gd name="T2" fmla="*/ 316 w 717"/>
                    <a:gd name="T3" fmla="*/ 139 h 411"/>
                    <a:gd name="T4" fmla="*/ 649 w 717"/>
                    <a:gd name="T5" fmla="*/ 411 h 411"/>
                    <a:gd name="T6" fmla="*/ 717 w 717"/>
                    <a:gd name="T7" fmla="*/ 314 h 411"/>
                    <a:gd name="T8" fmla="*/ 394 w 717"/>
                    <a:gd name="T9" fmla="*/ 87 h 411"/>
                    <a:gd name="T10" fmla="*/ 54 w 717"/>
                    <a:gd name="T11" fmla="*/ 0 h 411"/>
                    <a:gd name="T12" fmla="*/ 0 w 717"/>
                    <a:gd name="T13" fmla="*/ 78 h 411"/>
                    <a:gd name="T14" fmla="*/ 0 w 717"/>
                    <a:gd name="T15" fmla="*/ 78 h 4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  <p:sp>
              <p:nvSpPr>
                <p:cNvPr id="42035" name="Freeform 51"/>
                <p:cNvSpPr>
                  <a:spLocks/>
                </p:cNvSpPr>
                <p:nvPr userDrawn="1"/>
              </p:nvSpPr>
              <p:spPr bwMode="auto">
                <a:xfrm rot="-3172564">
                  <a:off x="4949" y="140"/>
                  <a:ext cx="179" cy="138"/>
                </a:xfrm>
                <a:custGeom>
                  <a:avLst/>
                  <a:gdLst>
                    <a:gd name="T0" fmla="*/ 0 w 709"/>
                    <a:gd name="T1" fmla="*/ 88 h 386"/>
                    <a:gd name="T2" fmla="*/ 272 w 709"/>
                    <a:gd name="T3" fmla="*/ 131 h 386"/>
                    <a:gd name="T4" fmla="*/ 665 w 709"/>
                    <a:gd name="T5" fmla="*/ 386 h 386"/>
                    <a:gd name="T6" fmla="*/ 709 w 709"/>
                    <a:gd name="T7" fmla="*/ 308 h 386"/>
                    <a:gd name="T8" fmla="*/ 306 w 709"/>
                    <a:gd name="T9" fmla="*/ 53 h 386"/>
                    <a:gd name="T10" fmla="*/ 43 w 709"/>
                    <a:gd name="T11" fmla="*/ 0 h 386"/>
                    <a:gd name="T12" fmla="*/ 0 w 709"/>
                    <a:gd name="T13" fmla="*/ 88 h 386"/>
                    <a:gd name="T14" fmla="*/ 0 w 709"/>
                    <a:gd name="T15" fmla="*/ 88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latin typeface="+mn-lt"/>
                  </a:endParaRPr>
                </a:p>
              </p:txBody>
            </p:sp>
          </p:grpSp>
        </p:grpSp>
        <p:sp>
          <p:nvSpPr>
            <p:cNvPr id="42036" name="Line 52"/>
            <p:cNvSpPr>
              <a:spLocks noChangeShapeType="1"/>
            </p:cNvSpPr>
            <p:nvPr userDrawn="1"/>
          </p:nvSpPr>
          <p:spPr bwMode="auto">
            <a:xfrm>
              <a:off x="4870" y="84"/>
              <a:ext cx="4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78" r:id="rId2"/>
    <p:sldLayoutId id="2147483777" r:id="rId3"/>
    <p:sldLayoutId id="2147483776" r:id="rId4"/>
    <p:sldLayoutId id="2147483775" r:id="rId5"/>
    <p:sldLayoutId id="2147483774" r:id="rId6"/>
    <p:sldLayoutId id="2147483773" r:id="rId7"/>
    <p:sldLayoutId id="2147483772" r:id="rId8"/>
    <p:sldLayoutId id="2147483771" r:id="rId9"/>
    <p:sldLayoutId id="2147483770" r:id="rId10"/>
    <p:sldLayoutId id="2147483769" r:id="rId11"/>
  </p:sldLayoutIdLst>
  <p:transition spd="slow" advTm="11000">
    <p:cover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2"/>
          <p:cNvGrpSpPr>
            <a:grpSpLocks/>
          </p:cNvGrpSpPr>
          <p:nvPr/>
        </p:nvGrpSpPr>
        <p:grpSpPr bwMode="auto">
          <a:xfrm>
            <a:off x="0" y="0"/>
            <a:ext cx="2667000" cy="6858000"/>
            <a:chOff x="0" y="0"/>
            <a:chExt cx="1680" cy="4320"/>
          </a:xfrm>
        </p:grpSpPr>
        <p:sp>
          <p:nvSpPr>
            <p:cNvPr id="47107" name="Rectangle 3"/>
            <p:cNvSpPr>
              <a:spLocks noChangeArrowheads="1"/>
            </p:cNvSpPr>
            <p:nvPr/>
          </p:nvSpPr>
          <p:spPr bwMode="hidden">
            <a:xfrm>
              <a:off x="124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5490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latin typeface="+mn-lt"/>
              </a:endParaRPr>
            </a:p>
          </p:txBody>
        </p:sp>
        <p:pic>
          <p:nvPicPr>
            <p:cNvPr id="53257" name="Picture 4" descr="slidemaster_med3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ltGray">
            <a:xfrm>
              <a:off x="0" y="0"/>
              <a:ext cx="1348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28600"/>
            <a:ext cx="6400800" cy="1219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600200"/>
            <a:ext cx="6400800" cy="4495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248400"/>
            <a:ext cx="1901825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1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1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329EDE4-338B-489A-9CC5-1524A956D29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88" r:id="rId2"/>
    <p:sldLayoutId id="2147483787" r:id="rId3"/>
    <p:sldLayoutId id="2147483786" r:id="rId4"/>
    <p:sldLayoutId id="2147483785" r:id="rId5"/>
    <p:sldLayoutId id="2147483784" r:id="rId6"/>
    <p:sldLayoutId id="2147483783" r:id="rId7"/>
    <p:sldLayoutId id="2147483782" r:id="rId8"/>
    <p:sldLayoutId id="2147483781" r:id="rId9"/>
    <p:sldLayoutId id="2147483780" r:id="rId10"/>
    <p:sldLayoutId id="2147483779" r:id="rId11"/>
  </p:sldLayoutIdLst>
  <p:transition spd="slow" advTm="11000">
    <p:cover dir="d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7" descr="window3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55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057400"/>
            <a:ext cx="64008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099CC7C-BE22-4546-A305-BDCAACD6F479}" type="datetimeFigureOut">
              <a:rPr lang="ru-RU"/>
              <a:pPr>
                <a:defRPr/>
              </a:pPr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438" y="636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7CE857A-FB52-444B-BA41-52A065F239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792" r:id="rId7"/>
    <p:sldLayoutId id="2147483791" r:id="rId8"/>
    <p:sldLayoutId id="2147483802" r:id="rId9"/>
    <p:sldLayoutId id="2147483790" r:id="rId10"/>
    <p:sldLayoutId id="2147483789" r:id="rId11"/>
  </p:sldLayoutIdLst>
  <p:transition spd="slow" advTm="11000">
    <p:cover dir="d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 cap="all" spc="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aramond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indent="-2730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v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7.xml"/><Relationship Id="rId7" Type="http://schemas.openxmlformats.org/officeDocument/2006/relationships/slide" Target="slide1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8.xml"/><Relationship Id="rId9" Type="http://schemas.openxmlformats.org/officeDocument/2006/relationships/slide" Target="slide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10" Type="http://schemas.openxmlformats.org/officeDocument/2006/relationships/image" Target="../media/image17.gif"/><Relationship Id="rId4" Type="http://schemas.openxmlformats.org/officeDocument/2006/relationships/slide" Target="slide5.xml"/><Relationship Id="rId9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10" Type="http://schemas.openxmlformats.org/officeDocument/2006/relationships/image" Target="../media/image17.gif"/><Relationship Id="rId4" Type="http://schemas.openxmlformats.org/officeDocument/2006/relationships/slide" Target="slide5.xml"/><Relationship Id="rId9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10.png"/><Relationship Id="rId7" Type="http://schemas.openxmlformats.org/officeDocument/2006/relationships/slide" Target="slide1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image" Target="../media/image17.gif"/><Relationship Id="rId5" Type="http://schemas.openxmlformats.org/officeDocument/2006/relationships/slide" Target="slide5.xml"/><Relationship Id="rId10" Type="http://schemas.openxmlformats.org/officeDocument/2006/relationships/image" Target="../media/image16.gif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5.xml"/><Relationship Id="rId9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5.xml"/><Relationship Id="rId9" Type="http://schemas.openxmlformats.org/officeDocument/2006/relationships/image" Target="../media/image18.g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5.xml"/><Relationship Id="rId9" Type="http://schemas.openxmlformats.org/officeDocument/2006/relationships/image" Target="../media/image19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5.xml"/><Relationship Id="rId9" Type="http://schemas.openxmlformats.org/officeDocument/2006/relationships/image" Target="../media/image2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28596" y="142852"/>
            <a:ext cx="83582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sv-SE" sz="2800" dirty="0" smtClean="0">
                <a:solidFill>
                  <a:srgbClr val="0000FF"/>
                </a:solidFill>
              </a:rPr>
              <a:t/>
            </a:r>
            <a:br>
              <a:rPr lang="sv-SE" sz="2800" dirty="0" smtClean="0">
                <a:solidFill>
                  <a:srgbClr val="0000FF"/>
                </a:solidFill>
              </a:rPr>
            </a:br>
            <a:r>
              <a:rPr lang="sv-SE" sz="2800" dirty="0" smtClean="0">
                <a:solidFill>
                  <a:srgbClr val="0000FF"/>
                </a:solidFill>
              </a:rPr>
              <a:t>5 SINFLARDA  MATEMATIKA  FANIDAN </a:t>
            </a:r>
            <a:br>
              <a:rPr lang="sv-SE" sz="2800" dirty="0" smtClean="0">
                <a:solidFill>
                  <a:srgbClr val="0000FF"/>
                </a:solidFill>
              </a:rPr>
            </a:br>
            <a:r>
              <a:rPr lang="sv-SE" sz="2800" dirty="0" smtClean="0">
                <a:solidFill>
                  <a:srgbClr val="0000FF"/>
                </a:solidFill>
              </a:rPr>
              <a:t>”O’NLI SANOQ SISTEMASI”</a:t>
            </a:r>
            <a:r>
              <a:rPr lang="ru-RU" sz="2800" dirty="0" smtClean="0"/>
              <a:t> </a:t>
            </a:r>
            <a:r>
              <a:rPr lang="sv-SE" sz="2800" dirty="0" smtClean="0">
                <a:solidFill>
                  <a:srgbClr val="0000FF"/>
                </a:solidFill>
              </a:rPr>
              <a:t/>
            </a:r>
            <a:br>
              <a:rPr lang="sv-SE" sz="2800" dirty="0" smtClean="0">
                <a:solidFill>
                  <a:srgbClr val="0000FF"/>
                </a:solidFill>
              </a:rPr>
            </a:br>
            <a:r>
              <a:rPr lang="sv-SE" sz="2800" dirty="0" smtClean="0">
                <a:solidFill>
                  <a:srgbClr val="0000FF"/>
                </a:solidFill>
              </a:rPr>
              <a:t>mavzusida  tayyorlagan </a:t>
            </a:r>
            <a:br>
              <a:rPr lang="sv-SE" sz="2800" dirty="0" smtClean="0">
                <a:solidFill>
                  <a:srgbClr val="0000FF"/>
                </a:solidFill>
              </a:rPr>
            </a:br>
            <a:r>
              <a:rPr lang="sv-SE" sz="2800" dirty="0" smtClean="0"/>
              <a:t/>
            </a:r>
            <a:br>
              <a:rPr lang="sv-SE" sz="2800" dirty="0" smtClean="0"/>
            </a:br>
            <a:r>
              <a:rPr lang="sv-SE" sz="2800" b="1" dirty="0" smtClean="0">
                <a:solidFill>
                  <a:srgbClr val="008000"/>
                </a:solidFill>
              </a:rPr>
              <a:t>TAQDIMOTI</a:t>
            </a:r>
            <a:endParaRPr lang="ru-RU" sz="2800" b="1" dirty="0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Стрелка вниз 24"/>
          <p:cNvSpPr/>
          <p:nvPr/>
        </p:nvSpPr>
        <p:spPr>
          <a:xfrm rot="19812894">
            <a:off x="6224588" y="1609725"/>
            <a:ext cx="714375" cy="16049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Стрелка вниз 23"/>
          <p:cNvSpPr/>
          <p:nvPr/>
        </p:nvSpPr>
        <p:spPr>
          <a:xfrm>
            <a:off x="4171950" y="1500188"/>
            <a:ext cx="714375" cy="1604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Стрелка вниз 17"/>
          <p:cNvSpPr/>
          <p:nvPr/>
        </p:nvSpPr>
        <p:spPr>
          <a:xfrm rot="1555366">
            <a:off x="2243138" y="1574800"/>
            <a:ext cx="714375" cy="1606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Полилиния 15"/>
          <p:cNvSpPr/>
          <p:nvPr/>
        </p:nvSpPr>
        <p:spPr>
          <a:xfrm>
            <a:off x="571472" y="285728"/>
            <a:ext cx="7929618" cy="1571636"/>
          </a:xfrm>
          <a:custGeom>
            <a:avLst/>
            <a:gdLst>
              <a:gd name="connsiteX0" fmla="*/ 0 w 10"/>
              <a:gd name="connsiteY0" fmla="*/ 5 h 10"/>
              <a:gd name="connsiteX1" fmla="*/ 2 w 10"/>
              <a:gd name="connsiteY1" fmla="*/ 0 h 10"/>
              <a:gd name="connsiteX2" fmla="*/ 8 w 10"/>
              <a:gd name="connsiteY2" fmla="*/ 0 h 10"/>
              <a:gd name="connsiteX3" fmla="*/ 10 w 10"/>
              <a:gd name="connsiteY3" fmla="*/ 5 h 10"/>
              <a:gd name="connsiteX4" fmla="*/ 8 w 10"/>
              <a:gd name="connsiteY4" fmla="*/ 10 h 10"/>
              <a:gd name="connsiteX5" fmla="*/ 2 w 10"/>
              <a:gd name="connsiteY5" fmla="*/ 10 h 10"/>
              <a:gd name="connsiteX6" fmla="*/ 0 w 10"/>
              <a:gd name="connsiteY6" fmla="*/ 5 h 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" h="10">
                <a:moveTo>
                  <a:pt x="0" y="5"/>
                </a:moveTo>
                <a:cubicBezTo>
                  <a:pt x="1" y="3"/>
                  <a:pt x="1" y="2"/>
                  <a:pt x="2" y="0"/>
                </a:cubicBezTo>
                <a:lnTo>
                  <a:pt x="8" y="0"/>
                </a:lnTo>
                <a:cubicBezTo>
                  <a:pt x="9" y="2"/>
                  <a:pt x="9" y="3"/>
                  <a:pt x="10" y="5"/>
                </a:cubicBezTo>
                <a:cubicBezTo>
                  <a:pt x="9" y="7"/>
                  <a:pt x="9" y="8"/>
                  <a:pt x="8" y="10"/>
                </a:cubicBezTo>
                <a:lnTo>
                  <a:pt x="2" y="10"/>
                </a:lnTo>
                <a:cubicBezTo>
                  <a:pt x="1" y="8"/>
                  <a:pt x="1" y="7"/>
                  <a:pt x="0" y="5"/>
                </a:cubicBezTo>
                <a:close/>
              </a:path>
            </a:pathLst>
          </a:custGeom>
          <a:solidFill>
            <a:srgbClr val="92D050"/>
          </a:solidFill>
          <a:scene3d>
            <a:camera prst="orthographicFront"/>
            <a:lightRig rig="soft" dir="tl">
              <a:rot lat="0" lon="0" rev="0"/>
            </a:lightRig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Maqsad</a:t>
            </a:r>
            <a:r>
              <a:rPr lang="en-US" sz="7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</a:t>
            </a:r>
          </a:p>
        </p:txBody>
      </p:sp>
      <p:sp>
        <p:nvSpPr>
          <p:cNvPr id="21" name="Вертикальный свиток 20"/>
          <p:cNvSpPr>
            <a:spLocks noChangeArrowheads="1"/>
          </p:cNvSpPr>
          <p:nvPr/>
        </p:nvSpPr>
        <p:spPr bwMode="auto">
          <a:xfrm rot="10800000">
            <a:off x="52388" y="3143250"/>
            <a:ext cx="3168650" cy="3429000"/>
          </a:xfrm>
          <a:prstGeom prst="verticalScroll">
            <a:avLst>
              <a:gd name="adj" fmla="val 1250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25400" algn="ctr">
            <a:solidFill>
              <a:srgbClr val="236FBC"/>
            </a:solidFill>
            <a:round/>
            <a:headEnd/>
            <a:tailEnd/>
          </a:ln>
        </p:spPr>
        <p:txBody>
          <a:bodyPr rot="10800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79878" name="TextBox 25"/>
          <p:cNvSpPr txBox="1">
            <a:spLocks noChangeArrowheads="1"/>
          </p:cNvSpPr>
          <p:nvPr/>
        </p:nvSpPr>
        <p:spPr bwMode="auto">
          <a:xfrm>
            <a:off x="611188" y="3571875"/>
            <a:ext cx="22320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latin typeface="Times New Roman" pitchFamily="18" charset="0"/>
              </a:rPr>
              <a:t>Ta’limiy:</a:t>
            </a:r>
          </a:p>
          <a:p>
            <a:pPr algn="ctr"/>
            <a:r>
              <a:rPr lang="en-US" sz="2400" b="1">
                <a:solidFill>
                  <a:srgbClr val="660066"/>
                </a:solidFill>
                <a:latin typeface="Times New Roman" pitchFamily="18" charset="0"/>
              </a:rPr>
              <a:t>O’quvchilarga  o’nli sanoq sistemalari haqida bilim berish</a:t>
            </a:r>
          </a:p>
        </p:txBody>
      </p:sp>
      <p:grpSp>
        <p:nvGrpSpPr>
          <p:cNvPr id="13" name="Группа 12"/>
          <p:cNvGrpSpPr>
            <a:grpSpLocks/>
          </p:cNvGrpSpPr>
          <p:nvPr/>
        </p:nvGrpSpPr>
        <p:grpSpPr bwMode="auto">
          <a:xfrm>
            <a:off x="2987675" y="3143250"/>
            <a:ext cx="3357563" cy="3429000"/>
            <a:chOff x="2857488" y="3143248"/>
            <a:chExt cx="3357586" cy="3429024"/>
          </a:xfrm>
        </p:grpSpPr>
        <p:sp>
          <p:nvSpPr>
            <p:cNvPr id="22" name="Вертикальный свиток 21"/>
            <p:cNvSpPr>
              <a:spLocks noChangeArrowheads="1"/>
            </p:cNvSpPr>
            <p:nvPr/>
          </p:nvSpPr>
          <p:spPr bwMode="auto">
            <a:xfrm rot="10800000">
              <a:off x="2857488" y="3143248"/>
              <a:ext cx="3357586" cy="3429024"/>
            </a:xfrm>
            <a:prstGeom prst="verticalScroll">
              <a:avLst>
                <a:gd name="adj" fmla="val 125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25400" algn="ctr">
              <a:solidFill>
                <a:srgbClr val="236FBC"/>
              </a:solidFill>
              <a:round/>
              <a:headEnd/>
              <a:tailEnd/>
            </a:ln>
          </p:spPr>
          <p:txBody>
            <a:bodyPr rot="1080000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79883" name="TextBox 26"/>
            <p:cNvSpPr txBox="1">
              <a:spLocks noChangeArrowheads="1"/>
            </p:cNvSpPr>
            <p:nvPr/>
          </p:nvSpPr>
          <p:spPr bwMode="auto">
            <a:xfrm>
              <a:off x="3214678" y="3538538"/>
              <a:ext cx="2500330" cy="21320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b="1">
                  <a:latin typeface="Times New Roman" pitchFamily="18" charset="0"/>
                </a:rPr>
                <a:t>Rivojlantiruvchi:</a:t>
              </a:r>
              <a:endParaRPr lang="ru-RU" sz="2400" b="1">
                <a:latin typeface="Times New Roman" pitchFamily="18" charset="0"/>
              </a:endParaRPr>
            </a:p>
            <a:p>
              <a:pPr algn="ctr"/>
              <a:r>
                <a:rPr lang="en-US" sz="2200" b="1">
                  <a:solidFill>
                    <a:srgbClr val="660066"/>
                  </a:solidFill>
                  <a:latin typeface="Times New Roman" pitchFamily="18" charset="0"/>
                </a:rPr>
                <a:t>Misol va masalalar yeichish orqali </a:t>
              </a:r>
            </a:p>
            <a:p>
              <a:pPr algn="ctr"/>
              <a:r>
                <a:rPr lang="en-US" sz="2200" b="1">
                  <a:solidFill>
                    <a:srgbClr val="660066"/>
                  </a:solidFill>
                  <a:latin typeface="Times New Roman" pitchFamily="18" charset="0"/>
                </a:rPr>
                <a:t>o`quvchilarning mantiqiy fikrlashini o`stirish</a:t>
              </a:r>
            </a:p>
          </p:txBody>
        </p:sp>
      </p:grpSp>
      <p:sp>
        <p:nvSpPr>
          <p:cNvPr id="23" name="Вертикальный свиток 22"/>
          <p:cNvSpPr>
            <a:spLocks noChangeArrowheads="1"/>
          </p:cNvSpPr>
          <p:nvPr/>
        </p:nvSpPr>
        <p:spPr bwMode="auto">
          <a:xfrm rot="10800000">
            <a:off x="6034088" y="3143250"/>
            <a:ext cx="3108325" cy="3429000"/>
          </a:xfrm>
          <a:prstGeom prst="verticalScroll">
            <a:avLst>
              <a:gd name="adj" fmla="val 1250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25400" algn="ctr">
            <a:solidFill>
              <a:srgbClr val="236FBC"/>
            </a:solidFill>
            <a:round/>
            <a:headEnd/>
            <a:tailEnd/>
          </a:ln>
        </p:spPr>
        <p:txBody>
          <a:bodyPr rot="10800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79881" name="TextBox 27"/>
          <p:cNvSpPr txBox="1">
            <a:spLocks noChangeArrowheads="1"/>
          </p:cNvSpPr>
          <p:nvPr/>
        </p:nvSpPr>
        <p:spPr bwMode="auto">
          <a:xfrm>
            <a:off x="6588125" y="3500438"/>
            <a:ext cx="201930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latin typeface="Times New Roman" pitchFamily="18" charset="0"/>
              </a:rPr>
              <a:t>Tarbiyaviy: </a:t>
            </a:r>
          </a:p>
          <a:p>
            <a:pPr algn="ctr"/>
            <a:r>
              <a:rPr lang="en-US" sz="2200" b="1">
                <a:solidFill>
                  <a:srgbClr val="660066"/>
                </a:solidFill>
                <a:latin typeface="Times New Roman" pitchFamily="18" charset="0"/>
              </a:rPr>
              <a:t>O`quvchilarni ilmiy va ma’naviy dunyoqara-shini shakllantirish</a:t>
            </a:r>
            <a:endParaRPr lang="en-US" sz="2200">
              <a:solidFill>
                <a:srgbClr val="66006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H:\Мои рисунки\Slayd tayyorlash uchun kerak bo'lishi mumkin bo'lgan rasmlar\kompyuter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63"/>
            <a:ext cx="2949575" cy="235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8" name="Picture 3" descr="line4.gif (11519 bytes)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679575"/>
            <a:ext cx="9144000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1285852" y="214290"/>
            <a:ext cx="6429420" cy="1214446"/>
          </a:xfrm>
          <a:prstGeom prst="snip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dirty="0" err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Dars</a:t>
            </a:r>
            <a:r>
              <a:rPr lang="en-US" sz="7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</a:t>
            </a:r>
            <a:r>
              <a:rPr lang="en-US" sz="7200" b="1" dirty="0" err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jihozi</a:t>
            </a:r>
            <a:r>
              <a:rPr lang="en-US" sz="7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:</a:t>
            </a:r>
            <a:endParaRPr lang="en-US" sz="7200" dirty="0"/>
          </a:p>
        </p:txBody>
      </p:sp>
      <p:sp>
        <p:nvSpPr>
          <p:cNvPr id="8" name="Прямоугольник с двумя скругленными противолежащими углами 7"/>
          <p:cNvSpPr/>
          <p:nvPr/>
        </p:nvSpPr>
        <p:spPr>
          <a:xfrm>
            <a:off x="1357313" y="3214688"/>
            <a:ext cx="4786312" cy="642937"/>
          </a:xfrm>
          <a:prstGeom prst="round2Diag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5-sinf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Matematika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kitobi</a:t>
            </a:r>
            <a:endParaRPr lang="en-US" sz="2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0" y="2143125"/>
            <a:ext cx="2122488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Прямоугольник с двумя скругленными противолежащими углами 10"/>
          <p:cNvSpPr/>
          <p:nvPr/>
        </p:nvSpPr>
        <p:spPr>
          <a:xfrm>
            <a:off x="3214688" y="5286375"/>
            <a:ext cx="4786312" cy="642938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Texnik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vositalar</a:t>
            </a:r>
            <a:endParaRPr lang="en-US" sz="2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Шестиугольник 6"/>
          <p:cNvSpPr/>
          <p:nvPr/>
        </p:nvSpPr>
        <p:spPr>
          <a:xfrm>
            <a:off x="1142976" y="214290"/>
            <a:ext cx="6286544" cy="1214446"/>
          </a:xfrm>
          <a:prstGeom prst="hexagon">
            <a:avLst>
              <a:gd name="adj" fmla="val 50409"/>
              <a:gd name="vf" fmla="val 115470"/>
            </a:avLst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 err="1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Dars</a:t>
            </a:r>
            <a:r>
              <a:rPr lang="en-US" sz="4400" b="1" dirty="0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400" b="1" dirty="0" err="1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bosqichlari</a:t>
            </a:r>
            <a:r>
              <a:rPr lang="en-US" sz="4400" b="1" dirty="0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: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615" y="1714488"/>
            <a:ext cx="573875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1.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Tashkiliy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qism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(2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minut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)</a:t>
            </a:r>
            <a:endParaRPr lang="ru-RU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Прямоугольник 10">
            <a:hlinkClick r:id="rId2" action="ppaction://hlinksldjump"/>
          </p:cNvPr>
          <p:cNvSpPr/>
          <p:nvPr/>
        </p:nvSpPr>
        <p:spPr>
          <a:xfrm>
            <a:off x="500034" y="2357430"/>
            <a:ext cx="8358246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2.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Boshlang’ich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sinfda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o’tilganlarni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takrorlash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 (5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minut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)</a:t>
            </a:r>
            <a:endParaRPr lang="ru-RU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lt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00034" y="3571876"/>
            <a:ext cx="7286676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3.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O’nli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sanoq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sistemasi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haqida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ma’lumot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berish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(25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minut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)</a:t>
            </a:r>
            <a:endParaRPr lang="ru-RU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00B05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lt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00034" y="4857760"/>
            <a:ext cx="518212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4.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Uyga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vazifa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(4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minut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)</a:t>
            </a:r>
            <a:endParaRPr lang="ru-RU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lt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57158" y="5572140"/>
            <a:ext cx="673133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5.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Darsni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yakunlash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 (4 </a:t>
            </a:r>
            <a:r>
              <a:rPr lang="en-US" sz="4000" b="1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minut</a:t>
            </a:r>
            <a:r>
              <a:rPr 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CCFF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lt"/>
              </a:rPr>
              <a:t>)</a:t>
            </a:r>
            <a:endParaRPr lang="ru-RU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00CCFF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00750" cy="5072062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Sonning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yozuvida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martabalar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boshlanish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o’ng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tarafdan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chapga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bo’ladi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ularning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birinchisi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birlar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martabasini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ikkinchisi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o’nlar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martabasini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uchinchisi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yuzlar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martabasini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to’rtinchisi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minglar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martabasini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bildiradi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</a:p>
          <a:p>
            <a:pPr marL="0" indent="0" algn="r" eaLnBrk="1" hangingPunct="1">
              <a:buFontTx/>
              <a:buNone/>
              <a:defRPr/>
            </a:pP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r" eaLnBrk="1" hangingPunct="1">
              <a:buFontTx/>
              <a:buNone/>
              <a:defRPr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 -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Xorazmiy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2946" name="Группа 3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82953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2954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82955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0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1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3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4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71438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Takrorlash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3970" name="Группа 7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83979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0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83981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TextBox 8">
            <a:hlinkClick r:id="rId3" action="ppaction://hlinksldjump"/>
          </p:cNvPr>
          <p:cNvSpPr txBox="1"/>
          <p:nvPr/>
        </p:nvSpPr>
        <p:spPr>
          <a:xfrm>
            <a:off x="2857500" y="1428750"/>
            <a:ext cx="5857875" cy="1816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1.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Azizada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15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bor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edi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.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Shundan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4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tasini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ukasiga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, 5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tasini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singlisiga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berdi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.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Uning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o’zida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qancha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qoldi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?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2928938" y="3714750"/>
            <a:ext cx="51435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2. 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Piyoda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1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soatda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2 km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masofani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yursa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, u 4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soatda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necha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km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masofani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yuradi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?</a:t>
            </a:r>
          </a:p>
        </p:txBody>
      </p:sp>
      <p:sp>
        <p:nvSpPr>
          <p:cNvPr id="16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7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0" name="AutoShape 17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3" name="Picture 270" descr="girl5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79638"/>
            <a:ext cx="2071688" cy="303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0" name="Picture 271" descr="girl4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13" y="357188"/>
            <a:ext cx="1101725" cy="180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1" name="Picture 272" descr="boy4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6625" y="2428875"/>
            <a:ext cx="1201738" cy="197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4996" name="Group 156"/>
          <p:cNvGrpSpPr>
            <a:grpSpLocks/>
          </p:cNvGrpSpPr>
          <p:nvPr/>
        </p:nvGrpSpPr>
        <p:grpSpPr bwMode="auto">
          <a:xfrm>
            <a:off x="5072063" y="1285875"/>
            <a:ext cx="1792287" cy="714375"/>
            <a:chOff x="3120" y="2848"/>
            <a:chExt cx="2344" cy="1088"/>
          </a:xfrm>
        </p:grpSpPr>
        <p:sp>
          <p:nvSpPr>
            <p:cNvPr id="188" name="Freeform 157"/>
            <p:cNvSpPr>
              <a:spLocks/>
            </p:cNvSpPr>
            <p:nvPr/>
          </p:nvSpPr>
          <p:spPr bwMode="auto">
            <a:xfrm>
              <a:off x="3120" y="3189"/>
              <a:ext cx="2344" cy="747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272" y="392"/>
                </a:cxn>
                <a:cxn ang="0">
                  <a:pos x="792" y="640"/>
                </a:cxn>
                <a:cxn ang="0">
                  <a:pos x="1640" y="632"/>
                </a:cxn>
                <a:cxn ang="0">
                  <a:pos x="2080" y="392"/>
                </a:cxn>
                <a:cxn ang="0">
                  <a:pos x="2344" y="0"/>
                </a:cxn>
              </a:cxnLst>
              <a:rect l="0" t="0" r="r" b="b"/>
              <a:pathLst>
                <a:path w="2344" h="680">
                  <a:moveTo>
                    <a:pt x="0" y="56"/>
                  </a:moveTo>
                  <a:cubicBezTo>
                    <a:pt x="65" y="185"/>
                    <a:pt x="140" y="295"/>
                    <a:pt x="272" y="392"/>
                  </a:cubicBezTo>
                  <a:cubicBezTo>
                    <a:pt x="404" y="489"/>
                    <a:pt x="564" y="600"/>
                    <a:pt x="792" y="640"/>
                  </a:cubicBezTo>
                  <a:cubicBezTo>
                    <a:pt x="1020" y="680"/>
                    <a:pt x="1425" y="673"/>
                    <a:pt x="1640" y="632"/>
                  </a:cubicBezTo>
                  <a:cubicBezTo>
                    <a:pt x="1855" y="591"/>
                    <a:pt x="1963" y="497"/>
                    <a:pt x="2080" y="392"/>
                  </a:cubicBezTo>
                  <a:cubicBezTo>
                    <a:pt x="2197" y="287"/>
                    <a:pt x="2274" y="153"/>
                    <a:pt x="2344" y="0"/>
                  </a:cubicBezTo>
                </a:path>
              </a:pathLst>
            </a:custGeom>
            <a:gradFill rotWithShape="1">
              <a:gsLst>
                <a:gs pos="0">
                  <a:schemeClr val="bg1"/>
                </a:gs>
                <a:gs pos="50000">
                  <a:srgbClr val="33CCCC"/>
                </a:gs>
                <a:gs pos="100000">
                  <a:schemeClr val="bg1"/>
                </a:gs>
              </a:gsLst>
              <a:lin ang="189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85122" name="Oval 158"/>
            <p:cNvSpPr>
              <a:spLocks noChangeArrowheads="1"/>
            </p:cNvSpPr>
            <p:nvPr/>
          </p:nvSpPr>
          <p:spPr bwMode="auto">
            <a:xfrm>
              <a:off x="3120" y="2848"/>
              <a:ext cx="2344" cy="70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Times New Roman" pitchFamily="18" charset="0"/>
              </a:endParaRPr>
            </a:p>
          </p:txBody>
        </p:sp>
        <p:pic>
          <p:nvPicPr>
            <p:cNvPr id="85123" name="Picture 159" descr="uz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68" y="3626"/>
              <a:ext cx="14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4997" name="Group 156"/>
          <p:cNvGrpSpPr>
            <a:grpSpLocks/>
          </p:cNvGrpSpPr>
          <p:nvPr/>
        </p:nvGrpSpPr>
        <p:grpSpPr bwMode="auto">
          <a:xfrm>
            <a:off x="5643563" y="3857625"/>
            <a:ext cx="1792287" cy="714375"/>
            <a:chOff x="3120" y="2848"/>
            <a:chExt cx="2344" cy="1088"/>
          </a:xfrm>
        </p:grpSpPr>
        <p:sp>
          <p:nvSpPr>
            <p:cNvPr id="192" name="Freeform 157"/>
            <p:cNvSpPr>
              <a:spLocks/>
            </p:cNvSpPr>
            <p:nvPr/>
          </p:nvSpPr>
          <p:spPr bwMode="auto">
            <a:xfrm>
              <a:off x="3120" y="3189"/>
              <a:ext cx="2344" cy="747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272" y="392"/>
                </a:cxn>
                <a:cxn ang="0">
                  <a:pos x="792" y="640"/>
                </a:cxn>
                <a:cxn ang="0">
                  <a:pos x="1640" y="632"/>
                </a:cxn>
                <a:cxn ang="0">
                  <a:pos x="2080" y="392"/>
                </a:cxn>
                <a:cxn ang="0">
                  <a:pos x="2344" y="0"/>
                </a:cxn>
              </a:cxnLst>
              <a:rect l="0" t="0" r="r" b="b"/>
              <a:pathLst>
                <a:path w="2344" h="680">
                  <a:moveTo>
                    <a:pt x="0" y="56"/>
                  </a:moveTo>
                  <a:cubicBezTo>
                    <a:pt x="65" y="185"/>
                    <a:pt x="140" y="295"/>
                    <a:pt x="272" y="392"/>
                  </a:cubicBezTo>
                  <a:cubicBezTo>
                    <a:pt x="404" y="489"/>
                    <a:pt x="564" y="600"/>
                    <a:pt x="792" y="640"/>
                  </a:cubicBezTo>
                  <a:cubicBezTo>
                    <a:pt x="1020" y="680"/>
                    <a:pt x="1425" y="673"/>
                    <a:pt x="1640" y="632"/>
                  </a:cubicBezTo>
                  <a:cubicBezTo>
                    <a:pt x="1855" y="591"/>
                    <a:pt x="1963" y="497"/>
                    <a:pt x="2080" y="392"/>
                  </a:cubicBezTo>
                  <a:cubicBezTo>
                    <a:pt x="2197" y="287"/>
                    <a:pt x="2274" y="153"/>
                    <a:pt x="2344" y="0"/>
                  </a:cubicBezTo>
                </a:path>
              </a:pathLst>
            </a:custGeom>
            <a:gradFill rotWithShape="1">
              <a:gsLst>
                <a:gs pos="0">
                  <a:schemeClr val="bg1"/>
                </a:gs>
                <a:gs pos="50000">
                  <a:srgbClr val="33CCCC"/>
                </a:gs>
                <a:gs pos="100000">
                  <a:schemeClr val="bg1"/>
                </a:gs>
              </a:gsLst>
              <a:lin ang="189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85119" name="Oval 158"/>
            <p:cNvSpPr>
              <a:spLocks noChangeArrowheads="1"/>
            </p:cNvSpPr>
            <p:nvPr/>
          </p:nvSpPr>
          <p:spPr bwMode="auto">
            <a:xfrm>
              <a:off x="3120" y="2848"/>
              <a:ext cx="2344" cy="70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Times New Roman" pitchFamily="18" charset="0"/>
              </a:endParaRPr>
            </a:p>
          </p:txBody>
        </p:sp>
        <p:pic>
          <p:nvPicPr>
            <p:cNvPr id="85120" name="Picture 159" descr="uz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68" y="3626"/>
              <a:ext cx="14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4998" name="Group 156"/>
          <p:cNvGrpSpPr>
            <a:grpSpLocks/>
          </p:cNvGrpSpPr>
          <p:nvPr/>
        </p:nvGrpSpPr>
        <p:grpSpPr bwMode="auto">
          <a:xfrm>
            <a:off x="1571625" y="4572000"/>
            <a:ext cx="2500313" cy="928688"/>
            <a:chOff x="3120" y="2848"/>
            <a:chExt cx="2344" cy="1088"/>
          </a:xfrm>
        </p:grpSpPr>
        <p:sp>
          <p:nvSpPr>
            <p:cNvPr id="197" name="Freeform 157"/>
            <p:cNvSpPr>
              <a:spLocks/>
            </p:cNvSpPr>
            <p:nvPr/>
          </p:nvSpPr>
          <p:spPr bwMode="auto">
            <a:xfrm>
              <a:off x="3120" y="3188"/>
              <a:ext cx="2344" cy="748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272" y="392"/>
                </a:cxn>
                <a:cxn ang="0">
                  <a:pos x="792" y="640"/>
                </a:cxn>
                <a:cxn ang="0">
                  <a:pos x="1640" y="632"/>
                </a:cxn>
                <a:cxn ang="0">
                  <a:pos x="2080" y="392"/>
                </a:cxn>
                <a:cxn ang="0">
                  <a:pos x="2344" y="0"/>
                </a:cxn>
              </a:cxnLst>
              <a:rect l="0" t="0" r="r" b="b"/>
              <a:pathLst>
                <a:path w="2344" h="680">
                  <a:moveTo>
                    <a:pt x="0" y="56"/>
                  </a:moveTo>
                  <a:cubicBezTo>
                    <a:pt x="65" y="185"/>
                    <a:pt x="140" y="295"/>
                    <a:pt x="272" y="392"/>
                  </a:cubicBezTo>
                  <a:cubicBezTo>
                    <a:pt x="404" y="489"/>
                    <a:pt x="564" y="600"/>
                    <a:pt x="792" y="640"/>
                  </a:cubicBezTo>
                  <a:cubicBezTo>
                    <a:pt x="1020" y="680"/>
                    <a:pt x="1425" y="673"/>
                    <a:pt x="1640" y="632"/>
                  </a:cubicBezTo>
                  <a:cubicBezTo>
                    <a:pt x="1855" y="591"/>
                    <a:pt x="1963" y="497"/>
                    <a:pt x="2080" y="392"/>
                  </a:cubicBezTo>
                  <a:cubicBezTo>
                    <a:pt x="2197" y="287"/>
                    <a:pt x="2274" y="153"/>
                    <a:pt x="2344" y="0"/>
                  </a:cubicBezTo>
                </a:path>
              </a:pathLst>
            </a:custGeom>
            <a:gradFill rotWithShape="1">
              <a:gsLst>
                <a:gs pos="0">
                  <a:schemeClr val="bg1"/>
                </a:gs>
                <a:gs pos="50000">
                  <a:srgbClr val="33CCCC"/>
                </a:gs>
                <a:gs pos="100000">
                  <a:schemeClr val="bg1"/>
                </a:gs>
              </a:gsLst>
              <a:lin ang="189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85116" name="Oval 158"/>
            <p:cNvSpPr>
              <a:spLocks noChangeArrowheads="1"/>
            </p:cNvSpPr>
            <p:nvPr/>
          </p:nvSpPr>
          <p:spPr bwMode="auto">
            <a:xfrm>
              <a:off x="3120" y="2848"/>
              <a:ext cx="2344" cy="70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Times New Roman" pitchFamily="18" charset="0"/>
              </a:endParaRPr>
            </a:p>
          </p:txBody>
        </p:sp>
        <p:pic>
          <p:nvPicPr>
            <p:cNvPr id="85117" name="Picture 159" descr="uz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68" y="3626"/>
              <a:ext cx="14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4999" name="Группа 194"/>
          <p:cNvGrpSpPr>
            <a:grpSpLocks/>
          </p:cNvGrpSpPr>
          <p:nvPr/>
        </p:nvGrpSpPr>
        <p:grpSpPr bwMode="auto">
          <a:xfrm>
            <a:off x="2214563" y="3929063"/>
            <a:ext cx="1285875" cy="1214437"/>
            <a:chOff x="0" y="4786322"/>
            <a:chExt cx="2092302" cy="2071678"/>
          </a:xfrm>
        </p:grpSpPr>
        <p:sp>
          <p:nvSpPr>
            <p:cNvPr id="85073" name="Freeform 473"/>
            <p:cNvSpPr>
              <a:spLocks/>
            </p:cNvSpPr>
            <p:nvPr/>
          </p:nvSpPr>
          <p:spPr bwMode="auto">
            <a:xfrm>
              <a:off x="785786" y="5505464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4" name="Freeform 474"/>
            <p:cNvSpPr>
              <a:spLocks/>
            </p:cNvSpPr>
            <p:nvPr/>
          </p:nvSpPr>
          <p:spPr bwMode="auto">
            <a:xfrm>
              <a:off x="823886" y="5589601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5" name="Freeform 475"/>
            <p:cNvSpPr>
              <a:spLocks/>
            </p:cNvSpPr>
            <p:nvPr/>
          </p:nvSpPr>
          <p:spPr bwMode="auto">
            <a:xfrm>
              <a:off x="974699" y="5416564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6" name="Freeform 476"/>
            <p:cNvSpPr>
              <a:spLocks/>
            </p:cNvSpPr>
            <p:nvPr/>
          </p:nvSpPr>
          <p:spPr bwMode="auto">
            <a:xfrm>
              <a:off x="1036611" y="5357826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7" name="Freeform 477"/>
            <p:cNvSpPr>
              <a:spLocks/>
            </p:cNvSpPr>
            <p:nvPr/>
          </p:nvSpPr>
          <p:spPr bwMode="auto">
            <a:xfrm>
              <a:off x="1098524" y="5380051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8" name="Freeform 478"/>
            <p:cNvSpPr>
              <a:spLocks/>
            </p:cNvSpPr>
            <p:nvPr/>
          </p:nvSpPr>
          <p:spPr bwMode="auto">
            <a:xfrm>
              <a:off x="1103286" y="5394339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9" name="Freeform 479"/>
            <p:cNvSpPr>
              <a:spLocks/>
            </p:cNvSpPr>
            <p:nvPr/>
          </p:nvSpPr>
          <p:spPr bwMode="auto">
            <a:xfrm>
              <a:off x="1227111" y="6078551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0" name="Freeform 538"/>
            <p:cNvSpPr>
              <a:spLocks/>
            </p:cNvSpPr>
            <p:nvPr/>
          </p:nvSpPr>
          <p:spPr bwMode="auto">
            <a:xfrm rot="19368918" flipH="1">
              <a:off x="800071" y="6102350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1" name="Freeform 539"/>
            <p:cNvSpPr>
              <a:spLocks/>
            </p:cNvSpPr>
            <p:nvPr/>
          </p:nvSpPr>
          <p:spPr bwMode="auto">
            <a:xfrm rot="4980113">
              <a:off x="981046" y="6134100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2" name="Freeform 540"/>
            <p:cNvSpPr>
              <a:spLocks/>
            </p:cNvSpPr>
            <p:nvPr/>
          </p:nvSpPr>
          <p:spPr bwMode="auto">
            <a:xfrm rot="19368918" flipH="1">
              <a:off x="801659" y="6115050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3" name="Freeform 541"/>
            <p:cNvSpPr>
              <a:spLocks/>
            </p:cNvSpPr>
            <p:nvPr/>
          </p:nvSpPr>
          <p:spPr bwMode="auto">
            <a:xfrm rot="161331" flipH="1">
              <a:off x="428596" y="6197600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4" name="Freeform 542"/>
            <p:cNvSpPr>
              <a:spLocks/>
            </p:cNvSpPr>
            <p:nvPr/>
          </p:nvSpPr>
          <p:spPr bwMode="auto">
            <a:xfrm rot="161331">
              <a:off x="468284" y="6275388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5" name="Freeform 543"/>
            <p:cNvSpPr>
              <a:spLocks/>
            </p:cNvSpPr>
            <p:nvPr/>
          </p:nvSpPr>
          <p:spPr bwMode="auto">
            <a:xfrm rot="161331">
              <a:off x="914371" y="6086475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6" name="Freeform 544"/>
            <p:cNvSpPr>
              <a:spLocks/>
            </p:cNvSpPr>
            <p:nvPr/>
          </p:nvSpPr>
          <p:spPr bwMode="auto">
            <a:xfrm rot="1038583">
              <a:off x="695296" y="6767513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7" name="Freeform 554"/>
            <p:cNvSpPr>
              <a:spLocks/>
            </p:cNvSpPr>
            <p:nvPr/>
          </p:nvSpPr>
          <p:spPr bwMode="auto">
            <a:xfrm rot="19368918" flipH="1">
              <a:off x="1657327" y="4802197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8" name="Freeform 555"/>
            <p:cNvSpPr>
              <a:spLocks/>
            </p:cNvSpPr>
            <p:nvPr/>
          </p:nvSpPr>
          <p:spPr bwMode="auto">
            <a:xfrm rot="4980113">
              <a:off x="1838302" y="4833947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89" name="Freeform 556"/>
            <p:cNvSpPr>
              <a:spLocks/>
            </p:cNvSpPr>
            <p:nvPr/>
          </p:nvSpPr>
          <p:spPr bwMode="auto">
            <a:xfrm rot="19368918" flipH="1">
              <a:off x="1658915" y="4814897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0" name="Freeform 557"/>
            <p:cNvSpPr>
              <a:spLocks/>
            </p:cNvSpPr>
            <p:nvPr/>
          </p:nvSpPr>
          <p:spPr bwMode="auto">
            <a:xfrm rot="161331" flipH="1">
              <a:off x="1285852" y="4897447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1" name="Freeform 558"/>
            <p:cNvSpPr>
              <a:spLocks/>
            </p:cNvSpPr>
            <p:nvPr/>
          </p:nvSpPr>
          <p:spPr bwMode="auto">
            <a:xfrm rot="161331">
              <a:off x="1325540" y="4975235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2" name="Freeform 559"/>
            <p:cNvSpPr>
              <a:spLocks/>
            </p:cNvSpPr>
            <p:nvPr/>
          </p:nvSpPr>
          <p:spPr bwMode="auto">
            <a:xfrm rot="161331">
              <a:off x="1771627" y="4786322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3" name="Freeform 560"/>
            <p:cNvSpPr>
              <a:spLocks/>
            </p:cNvSpPr>
            <p:nvPr/>
          </p:nvSpPr>
          <p:spPr bwMode="auto">
            <a:xfrm rot="1038583">
              <a:off x="1552552" y="5467360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4" name="Freeform 546"/>
            <p:cNvSpPr>
              <a:spLocks/>
            </p:cNvSpPr>
            <p:nvPr/>
          </p:nvSpPr>
          <p:spPr bwMode="auto">
            <a:xfrm rot="19368918" flipH="1">
              <a:off x="371475" y="5516577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5" name="Freeform 547"/>
            <p:cNvSpPr>
              <a:spLocks/>
            </p:cNvSpPr>
            <p:nvPr/>
          </p:nvSpPr>
          <p:spPr bwMode="auto">
            <a:xfrm rot="4980113">
              <a:off x="552450" y="5548327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6" name="Freeform 548"/>
            <p:cNvSpPr>
              <a:spLocks/>
            </p:cNvSpPr>
            <p:nvPr/>
          </p:nvSpPr>
          <p:spPr bwMode="auto">
            <a:xfrm rot="19368918" flipH="1">
              <a:off x="373063" y="5529277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7" name="Freeform 549"/>
            <p:cNvSpPr>
              <a:spLocks/>
            </p:cNvSpPr>
            <p:nvPr/>
          </p:nvSpPr>
          <p:spPr bwMode="auto">
            <a:xfrm rot="161331" flipH="1">
              <a:off x="0" y="5611827"/>
              <a:ext cx="806450" cy="660402"/>
            </a:xfrm>
            <a:custGeom>
              <a:avLst/>
              <a:gdLst>
                <a:gd name="T0" fmla="*/ 26988 w 508"/>
                <a:gd name="T1" fmla="*/ 177801 h 416"/>
                <a:gd name="T2" fmla="*/ 55563 w 508"/>
                <a:gd name="T3" fmla="*/ 420689 h 416"/>
                <a:gd name="T4" fmla="*/ 360363 w 508"/>
                <a:gd name="T5" fmla="*/ 635002 h 416"/>
                <a:gd name="T6" fmla="*/ 465138 w 508"/>
                <a:gd name="T7" fmla="*/ 573089 h 416"/>
                <a:gd name="T8" fmla="*/ 641350 w 508"/>
                <a:gd name="T9" fmla="*/ 568327 h 416"/>
                <a:gd name="T10" fmla="*/ 806450 w 508"/>
                <a:gd name="T11" fmla="*/ 222251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1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8" name="Freeform 550"/>
            <p:cNvSpPr>
              <a:spLocks/>
            </p:cNvSpPr>
            <p:nvPr/>
          </p:nvSpPr>
          <p:spPr bwMode="auto">
            <a:xfrm rot="161331">
              <a:off x="39688" y="5689615"/>
              <a:ext cx="469900" cy="409576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3 h 218"/>
                <a:gd name="T6" fmla="*/ 110949 w 288"/>
                <a:gd name="T7" fmla="*/ 362606 h 218"/>
                <a:gd name="T8" fmla="*/ 411162 w 288"/>
                <a:gd name="T9" fmla="*/ 392667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99" name="Freeform 551"/>
            <p:cNvSpPr>
              <a:spLocks/>
            </p:cNvSpPr>
            <p:nvPr/>
          </p:nvSpPr>
          <p:spPr bwMode="auto">
            <a:xfrm rot="161331">
              <a:off x="485775" y="5500702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0" name="Freeform 552"/>
            <p:cNvSpPr>
              <a:spLocks/>
            </p:cNvSpPr>
            <p:nvPr/>
          </p:nvSpPr>
          <p:spPr bwMode="auto">
            <a:xfrm rot="1038583">
              <a:off x="266700" y="6181741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1" name="Freeform 562"/>
            <p:cNvSpPr>
              <a:spLocks/>
            </p:cNvSpPr>
            <p:nvPr/>
          </p:nvSpPr>
          <p:spPr bwMode="auto">
            <a:xfrm>
              <a:off x="1142976" y="6197600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2" name="Freeform 563"/>
            <p:cNvSpPr>
              <a:spLocks/>
            </p:cNvSpPr>
            <p:nvPr/>
          </p:nvSpPr>
          <p:spPr bwMode="auto">
            <a:xfrm>
              <a:off x="1181076" y="6281737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3" name="Freeform 564"/>
            <p:cNvSpPr>
              <a:spLocks/>
            </p:cNvSpPr>
            <p:nvPr/>
          </p:nvSpPr>
          <p:spPr bwMode="auto">
            <a:xfrm>
              <a:off x="1331889" y="6108700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4" name="Freeform 565"/>
            <p:cNvSpPr>
              <a:spLocks/>
            </p:cNvSpPr>
            <p:nvPr/>
          </p:nvSpPr>
          <p:spPr bwMode="auto">
            <a:xfrm>
              <a:off x="1393801" y="6049962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5" name="Freeform 566"/>
            <p:cNvSpPr>
              <a:spLocks/>
            </p:cNvSpPr>
            <p:nvPr/>
          </p:nvSpPr>
          <p:spPr bwMode="auto">
            <a:xfrm>
              <a:off x="1455714" y="6072187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6" name="Freeform 567"/>
            <p:cNvSpPr>
              <a:spLocks/>
            </p:cNvSpPr>
            <p:nvPr/>
          </p:nvSpPr>
          <p:spPr bwMode="auto">
            <a:xfrm>
              <a:off x="1460476" y="6086475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7" name="Freeform 568"/>
            <p:cNvSpPr>
              <a:spLocks/>
            </p:cNvSpPr>
            <p:nvPr/>
          </p:nvSpPr>
          <p:spPr bwMode="auto">
            <a:xfrm>
              <a:off x="1584301" y="6770687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8" name="Freeform 554"/>
            <p:cNvSpPr>
              <a:spLocks/>
            </p:cNvSpPr>
            <p:nvPr/>
          </p:nvSpPr>
          <p:spPr bwMode="auto">
            <a:xfrm rot="19368918" flipH="1">
              <a:off x="728633" y="4873635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09" name="Freeform 555"/>
            <p:cNvSpPr>
              <a:spLocks/>
            </p:cNvSpPr>
            <p:nvPr/>
          </p:nvSpPr>
          <p:spPr bwMode="auto">
            <a:xfrm rot="4980113">
              <a:off x="909608" y="4905385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10" name="Freeform 556"/>
            <p:cNvSpPr>
              <a:spLocks/>
            </p:cNvSpPr>
            <p:nvPr/>
          </p:nvSpPr>
          <p:spPr bwMode="auto">
            <a:xfrm rot="19368918" flipH="1">
              <a:off x="730221" y="4886335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11" name="Freeform 557"/>
            <p:cNvSpPr>
              <a:spLocks/>
            </p:cNvSpPr>
            <p:nvPr/>
          </p:nvSpPr>
          <p:spPr bwMode="auto">
            <a:xfrm rot="161331" flipH="1">
              <a:off x="357158" y="4968885"/>
              <a:ext cx="806450" cy="660402"/>
            </a:xfrm>
            <a:custGeom>
              <a:avLst/>
              <a:gdLst>
                <a:gd name="T0" fmla="*/ 26988 w 508"/>
                <a:gd name="T1" fmla="*/ 177801 h 416"/>
                <a:gd name="T2" fmla="*/ 55563 w 508"/>
                <a:gd name="T3" fmla="*/ 420689 h 416"/>
                <a:gd name="T4" fmla="*/ 360363 w 508"/>
                <a:gd name="T5" fmla="*/ 635002 h 416"/>
                <a:gd name="T6" fmla="*/ 465138 w 508"/>
                <a:gd name="T7" fmla="*/ 573089 h 416"/>
                <a:gd name="T8" fmla="*/ 641350 w 508"/>
                <a:gd name="T9" fmla="*/ 568327 h 416"/>
                <a:gd name="T10" fmla="*/ 806450 w 508"/>
                <a:gd name="T11" fmla="*/ 222251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1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12" name="Freeform 558"/>
            <p:cNvSpPr>
              <a:spLocks/>
            </p:cNvSpPr>
            <p:nvPr/>
          </p:nvSpPr>
          <p:spPr bwMode="auto">
            <a:xfrm rot="161331">
              <a:off x="396846" y="5046673"/>
              <a:ext cx="469900" cy="409576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3 h 218"/>
                <a:gd name="T6" fmla="*/ 110949 w 288"/>
                <a:gd name="T7" fmla="*/ 362606 h 218"/>
                <a:gd name="T8" fmla="*/ 411162 w 288"/>
                <a:gd name="T9" fmla="*/ 392667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13" name="Freeform 559"/>
            <p:cNvSpPr>
              <a:spLocks/>
            </p:cNvSpPr>
            <p:nvPr/>
          </p:nvSpPr>
          <p:spPr bwMode="auto">
            <a:xfrm rot="161331">
              <a:off x="842933" y="4857760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114" name="Freeform 560"/>
            <p:cNvSpPr>
              <a:spLocks/>
            </p:cNvSpPr>
            <p:nvPr/>
          </p:nvSpPr>
          <p:spPr bwMode="auto">
            <a:xfrm rot="1038583">
              <a:off x="623858" y="5538799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84" name="Группа 183"/>
          <p:cNvGrpSpPr>
            <a:grpSpLocks/>
          </p:cNvGrpSpPr>
          <p:nvPr/>
        </p:nvGrpSpPr>
        <p:grpSpPr bwMode="auto">
          <a:xfrm rot="-2626667">
            <a:off x="2798763" y="4062413"/>
            <a:ext cx="903287" cy="1223962"/>
            <a:chOff x="3756025" y="4929198"/>
            <a:chExt cx="1781275" cy="1928802"/>
          </a:xfrm>
        </p:grpSpPr>
        <p:sp>
          <p:nvSpPr>
            <p:cNvPr id="85045" name="Freeform 444"/>
            <p:cNvSpPr>
              <a:spLocks/>
            </p:cNvSpPr>
            <p:nvPr/>
          </p:nvSpPr>
          <p:spPr bwMode="auto">
            <a:xfrm rot="2490177">
              <a:off x="4162932" y="5652690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6" name="Freeform 445"/>
            <p:cNvSpPr>
              <a:spLocks/>
            </p:cNvSpPr>
            <p:nvPr/>
          </p:nvSpPr>
          <p:spPr bwMode="auto">
            <a:xfrm rot="2490177">
              <a:off x="4261068" y="5660930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7" name="Freeform 446"/>
            <p:cNvSpPr>
              <a:spLocks/>
            </p:cNvSpPr>
            <p:nvPr/>
          </p:nvSpPr>
          <p:spPr bwMode="auto">
            <a:xfrm rot="2490177">
              <a:off x="4614179" y="5547700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8" name="Freeform 447"/>
            <p:cNvSpPr>
              <a:spLocks/>
            </p:cNvSpPr>
            <p:nvPr/>
          </p:nvSpPr>
          <p:spPr bwMode="auto">
            <a:xfrm rot="2490177">
              <a:off x="4694491" y="5518189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9" name="Freeform 448"/>
            <p:cNvSpPr>
              <a:spLocks/>
            </p:cNvSpPr>
            <p:nvPr/>
          </p:nvSpPr>
          <p:spPr bwMode="auto">
            <a:xfrm rot="2490177">
              <a:off x="4727836" y="5577710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0" name="Freeform 449"/>
            <p:cNvSpPr>
              <a:spLocks/>
            </p:cNvSpPr>
            <p:nvPr/>
          </p:nvSpPr>
          <p:spPr bwMode="auto">
            <a:xfrm rot="2490177">
              <a:off x="4716649" y="5616631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1" name="Freeform 450"/>
            <p:cNvSpPr>
              <a:spLocks/>
            </p:cNvSpPr>
            <p:nvPr/>
          </p:nvSpPr>
          <p:spPr bwMode="auto">
            <a:xfrm rot="2490177">
              <a:off x="4417097" y="6205390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2" name="Freeform 546"/>
            <p:cNvSpPr>
              <a:spLocks/>
            </p:cNvSpPr>
            <p:nvPr/>
          </p:nvSpPr>
          <p:spPr bwMode="auto">
            <a:xfrm rot="19368918" flipH="1">
              <a:off x="5056194" y="6102350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3" name="Freeform 547"/>
            <p:cNvSpPr>
              <a:spLocks/>
            </p:cNvSpPr>
            <p:nvPr/>
          </p:nvSpPr>
          <p:spPr bwMode="auto">
            <a:xfrm rot="4980113">
              <a:off x="5237169" y="6134100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4" name="Freeform 548"/>
            <p:cNvSpPr>
              <a:spLocks/>
            </p:cNvSpPr>
            <p:nvPr/>
          </p:nvSpPr>
          <p:spPr bwMode="auto">
            <a:xfrm rot="19368918" flipH="1">
              <a:off x="5057782" y="6115050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5" name="Freeform 549"/>
            <p:cNvSpPr>
              <a:spLocks/>
            </p:cNvSpPr>
            <p:nvPr/>
          </p:nvSpPr>
          <p:spPr bwMode="auto">
            <a:xfrm rot="161331" flipH="1">
              <a:off x="4684719" y="6197600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6" name="Freeform 550"/>
            <p:cNvSpPr>
              <a:spLocks/>
            </p:cNvSpPr>
            <p:nvPr/>
          </p:nvSpPr>
          <p:spPr bwMode="auto">
            <a:xfrm rot="161331">
              <a:off x="4724407" y="6275388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7" name="Freeform 551"/>
            <p:cNvSpPr>
              <a:spLocks/>
            </p:cNvSpPr>
            <p:nvPr/>
          </p:nvSpPr>
          <p:spPr bwMode="auto">
            <a:xfrm rot="161331">
              <a:off x="5170494" y="6086475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8" name="Freeform 552"/>
            <p:cNvSpPr>
              <a:spLocks/>
            </p:cNvSpPr>
            <p:nvPr/>
          </p:nvSpPr>
          <p:spPr bwMode="auto">
            <a:xfrm rot="1038583">
              <a:off x="4951419" y="6767513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59" name="Freeform 444"/>
            <p:cNvSpPr>
              <a:spLocks/>
            </p:cNvSpPr>
            <p:nvPr/>
          </p:nvSpPr>
          <p:spPr bwMode="auto">
            <a:xfrm rot="2490177">
              <a:off x="4730850" y="5295498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0" name="Freeform 445"/>
            <p:cNvSpPr>
              <a:spLocks/>
            </p:cNvSpPr>
            <p:nvPr/>
          </p:nvSpPr>
          <p:spPr bwMode="auto">
            <a:xfrm rot="2490177">
              <a:off x="4828986" y="5303738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1" name="Freeform 446"/>
            <p:cNvSpPr>
              <a:spLocks/>
            </p:cNvSpPr>
            <p:nvPr/>
          </p:nvSpPr>
          <p:spPr bwMode="auto">
            <a:xfrm rot="2490177">
              <a:off x="5182097" y="5190508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2" name="Freeform 447"/>
            <p:cNvSpPr>
              <a:spLocks/>
            </p:cNvSpPr>
            <p:nvPr/>
          </p:nvSpPr>
          <p:spPr bwMode="auto">
            <a:xfrm rot="2490177">
              <a:off x="5262409" y="5160997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3" name="Freeform 448"/>
            <p:cNvSpPr>
              <a:spLocks/>
            </p:cNvSpPr>
            <p:nvPr/>
          </p:nvSpPr>
          <p:spPr bwMode="auto">
            <a:xfrm rot="2490177">
              <a:off x="5295754" y="5220518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4" name="Freeform 449"/>
            <p:cNvSpPr>
              <a:spLocks/>
            </p:cNvSpPr>
            <p:nvPr/>
          </p:nvSpPr>
          <p:spPr bwMode="auto">
            <a:xfrm rot="2490177">
              <a:off x="5284567" y="5259439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5" name="Freeform 450"/>
            <p:cNvSpPr>
              <a:spLocks/>
            </p:cNvSpPr>
            <p:nvPr/>
          </p:nvSpPr>
          <p:spPr bwMode="auto">
            <a:xfrm rot="2490177">
              <a:off x="4985015" y="5848198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6" name="Freeform 546"/>
            <p:cNvSpPr>
              <a:spLocks/>
            </p:cNvSpPr>
            <p:nvPr/>
          </p:nvSpPr>
          <p:spPr bwMode="auto">
            <a:xfrm rot="19368918" flipH="1">
              <a:off x="4127500" y="4945073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7" name="Freeform 547"/>
            <p:cNvSpPr>
              <a:spLocks/>
            </p:cNvSpPr>
            <p:nvPr/>
          </p:nvSpPr>
          <p:spPr bwMode="auto">
            <a:xfrm rot="4980113">
              <a:off x="4308475" y="4976823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8" name="Freeform 548"/>
            <p:cNvSpPr>
              <a:spLocks/>
            </p:cNvSpPr>
            <p:nvPr/>
          </p:nvSpPr>
          <p:spPr bwMode="auto">
            <a:xfrm rot="19368918" flipH="1">
              <a:off x="4129088" y="4957773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69" name="Freeform 549"/>
            <p:cNvSpPr>
              <a:spLocks/>
            </p:cNvSpPr>
            <p:nvPr/>
          </p:nvSpPr>
          <p:spPr bwMode="auto">
            <a:xfrm rot="161331" flipH="1">
              <a:off x="3756025" y="5040323"/>
              <a:ext cx="806450" cy="660402"/>
            </a:xfrm>
            <a:custGeom>
              <a:avLst/>
              <a:gdLst>
                <a:gd name="T0" fmla="*/ 26988 w 508"/>
                <a:gd name="T1" fmla="*/ 177801 h 416"/>
                <a:gd name="T2" fmla="*/ 55563 w 508"/>
                <a:gd name="T3" fmla="*/ 420689 h 416"/>
                <a:gd name="T4" fmla="*/ 360363 w 508"/>
                <a:gd name="T5" fmla="*/ 635002 h 416"/>
                <a:gd name="T6" fmla="*/ 465138 w 508"/>
                <a:gd name="T7" fmla="*/ 573089 h 416"/>
                <a:gd name="T8" fmla="*/ 641350 w 508"/>
                <a:gd name="T9" fmla="*/ 568327 h 416"/>
                <a:gd name="T10" fmla="*/ 806450 w 508"/>
                <a:gd name="T11" fmla="*/ 222251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1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0" name="Freeform 550"/>
            <p:cNvSpPr>
              <a:spLocks/>
            </p:cNvSpPr>
            <p:nvPr/>
          </p:nvSpPr>
          <p:spPr bwMode="auto">
            <a:xfrm rot="161331">
              <a:off x="3795713" y="5118111"/>
              <a:ext cx="469900" cy="409576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3 h 218"/>
                <a:gd name="T6" fmla="*/ 110949 w 288"/>
                <a:gd name="T7" fmla="*/ 362606 h 218"/>
                <a:gd name="T8" fmla="*/ 411162 w 288"/>
                <a:gd name="T9" fmla="*/ 392667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1" name="Freeform 551"/>
            <p:cNvSpPr>
              <a:spLocks/>
            </p:cNvSpPr>
            <p:nvPr/>
          </p:nvSpPr>
          <p:spPr bwMode="auto">
            <a:xfrm rot="161331">
              <a:off x="4241800" y="4929198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72" name="Freeform 552"/>
            <p:cNvSpPr>
              <a:spLocks/>
            </p:cNvSpPr>
            <p:nvPr/>
          </p:nvSpPr>
          <p:spPr bwMode="auto">
            <a:xfrm rot="1038583">
              <a:off x="4022725" y="5610237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86" name="Группа 185"/>
          <p:cNvGrpSpPr>
            <a:grpSpLocks/>
          </p:cNvGrpSpPr>
          <p:nvPr/>
        </p:nvGrpSpPr>
        <p:grpSpPr bwMode="auto">
          <a:xfrm>
            <a:off x="1857375" y="4071938"/>
            <a:ext cx="1214438" cy="1071562"/>
            <a:chOff x="1571604" y="4803808"/>
            <a:chExt cx="1949458" cy="2054192"/>
          </a:xfrm>
        </p:grpSpPr>
        <p:sp>
          <p:nvSpPr>
            <p:cNvPr id="85010" name="Freeform 562"/>
            <p:cNvSpPr>
              <a:spLocks/>
            </p:cNvSpPr>
            <p:nvPr/>
          </p:nvSpPr>
          <p:spPr bwMode="auto">
            <a:xfrm>
              <a:off x="1571604" y="5576902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1" name="Freeform 563"/>
            <p:cNvSpPr>
              <a:spLocks/>
            </p:cNvSpPr>
            <p:nvPr/>
          </p:nvSpPr>
          <p:spPr bwMode="auto">
            <a:xfrm>
              <a:off x="1609704" y="5661039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2" name="Freeform 564"/>
            <p:cNvSpPr>
              <a:spLocks/>
            </p:cNvSpPr>
            <p:nvPr/>
          </p:nvSpPr>
          <p:spPr bwMode="auto">
            <a:xfrm>
              <a:off x="1760517" y="5488002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3" name="Freeform 565"/>
            <p:cNvSpPr>
              <a:spLocks/>
            </p:cNvSpPr>
            <p:nvPr/>
          </p:nvSpPr>
          <p:spPr bwMode="auto">
            <a:xfrm>
              <a:off x="1822429" y="5429264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4" name="Freeform 566"/>
            <p:cNvSpPr>
              <a:spLocks/>
            </p:cNvSpPr>
            <p:nvPr/>
          </p:nvSpPr>
          <p:spPr bwMode="auto">
            <a:xfrm>
              <a:off x="1884342" y="5451489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5" name="Freeform 567"/>
            <p:cNvSpPr>
              <a:spLocks/>
            </p:cNvSpPr>
            <p:nvPr/>
          </p:nvSpPr>
          <p:spPr bwMode="auto">
            <a:xfrm>
              <a:off x="1889104" y="5465777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6" name="Freeform 568"/>
            <p:cNvSpPr>
              <a:spLocks/>
            </p:cNvSpPr>
            <p:nvPr/>
          </p:nvSpPr>
          <p:spPr bwMode="auto">
            <a:xfrm>
              <a:off x="2012929" y="6149989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7" name="Freeform 554"/>
            <p:cNvSpPr>
              <a:spLocks/>
            </p:cNvSpPr>
            <p:nvPr/>
          </p:nvSpPr>
          <p:spPr bwMode="auto">
            <a:xfrm rot="19368918" flipH="1">
              <a:off x="2228831" y="6102348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8" name="Freeform 555"/>
            <p:cNvSpPr>
              <a:spLocks/>
            </p:cNvSpPr>
            <p:nvPr/>
          </p:nvSpPr>
          <p:spPr bwMode="auto">
            <a:xfrm rot="4980113">
              <a:off x="2409806" y="6134098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19" name="Freeform 556"/>
            <p:cNvSpPr>
              <a:spLocks/>
            </p:cNvSpPr>
            <p:nvPr/>
          </p:nvSpPr>
          <p:spPr bwMode="auto">
            <a:xfrm rot="19368918" flipH="1">
              <a:off x="2230419" y="6115048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0" name="Freeform 557"/>
            <p:cNvSpPr>
              <a:spLocks/>
            </p:cNvSpPr>
            <p:nvPr/>
          </p:nvSpPr>
          <p:spPr bwMode="auto">
            <a:xfrm rot="161331" flipH="1">
              <a:off x="1857356" y="6197598"/>
              <a:ext cx="806450" cy="660402"/>
            </a:xfrm>
            <a:custGeom>
              <a:avLst/>
              <a:gdLst>
                <a:gd name="T0" fmla="*/ 26988 w 508"/>
                <a:gd name="T1" fmla="*/ 177801 h 416"/>
                <a:gd name="T2" fmla="*/ 55563 w 508"/>
                <a:gd name="T3" fmla="*/ 420689 h 416"/>
                <a:gd name="T4" fmla="*/ 360363 w 508"/>
                <a:gd name="T5" fmla="*/ 635002 h 416"/>
                <a:gd name="T6" fmla="*/ 465138 w 508"/>
                <a:gd name="T7" fmla="*/ 573089 h 416"/>
                <a:gd name="T8" fmla="*/ 641350 w 508"/>
                <a:gd name="T9" fmla="*/ 568327 h 416"/>
                <a:gd name="T10" fmla="*/ 806450 w 508"/>
                <a:gd name="T11" fmla="*/ 222251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1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1" name="Freeform 558"/>
            <p:cNvSpPr>
              <a:spLocks/>
            </p:cNvSpPr>
            <p:nvPr/>
          </p:nvSpPr>
          <p:spPr bwMode="auto">
            <a:xfrm rot="161331">
              <a:off x="1897044" y="6275386"/>
              <a:ext cx="469900" cy="409576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3 h 218"/>
                <a:gd name="T6" fmla="*/ 110949 w 288"/>
                <a:gd name="T7" fmla="*/ 362606 h 218"/>
                <a:gd name="T8" fmla="*/ 411162 w 288"/>
                <a:gd name="T9" fmla="*/ 392667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2" name="Freeform 559"/>
            <p:cNvSpPr>
              <a:spLocks/>
            </p:cNvSpPr>
            <p:nvPr/>
          </p:nvSpPr>
          <p:spPr bwMode="auto">
            <a:xfrm rot="161331">
              <a:off x="2343131" y="6086473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3" name="Freeform 560"/>
            <p:cNvSpPr>
              <a:spLocks/>
            </p:cNvSpPr>
            <p:nvPr/>
          </p:nvSpPr>
          <p:spPr bwMode="auto">
            <a:xfrm rot="1038583">
              <a:off x="2124056" y="6767512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4" name="Freeform 444"/>
            <p:cNvSpPr>
              <a:spLocks/>
            </p:cNvSpPr>
            <p:nvPr/>
          </p:nvSpPr>
          <p:spPr bwMode="auto">
            <a:xfrm rot="1556315">
              <a:off x="1974925" y="4938309"/>
              <a:ext cx="806450" cy="660399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7 h 416"/>
                <a:gd name="T4" fmla="*/ 360363 w 508"/>
                <a:gd name="T5" fmla="*/ 634999 h 416"/>
                <a:gd name="T6" fmla="*/ 465138 w 508"/>
                <a:gd name="T7" fmla="*/ 573087 h 416"/>
                <a:gd name="T8" fmla="*/ 641350 w 508"/>
                <a:gd name="T9" fmla="*/ 568324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2 h 416"/>
                <a:gd name="T18" fmla="*/ 174625 w 508"/>
                <a:gd name="T19" fmla="*/ 30162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5" name="Freeform 445"/>
            <p:cNvSpPr>
              <a:spLocks/>
            </p:cNvSpPr>
            <p:nvPr/>
          </p:nvSpPr>
          <p:spPr bwMode="auto">
            <a:xfrm rot="2490177">
              <a:off x="2073062" y="4946549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6" name="Freeform 446"/>
            <p:cNvSpPr>
              <a:spLocks/>
            </p:cNvSpPr>
            <p:nvPr/>
          </p:nvSpPr>
          <p:spPr bwMode="auto">
            <a:xfrm rot="2490177">
              <a:off x="2426173" y="4833319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7" name="Freeform 447"/>
            <p:cNvSpPr>
              <a:spLocks/>
            </p:cNvSpPr>
            <p:nvPr/>
          </p:nvSpPr>
          <p:spPr bwMode="auto">
            <a:xfrm rot="2490177">
              <a:off x="2506485" y="4803808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8" name="Freeform 448"/>
            <p:cNvSpPr>
              <a:spLocks/>
            </p:cNvSpPr>
            <p:nvPr/>
          </p:nvSpPr>
          <p:spPr bwMode="auto">
            <a:xfrm rot="2490177">
              <a:off x="2539830" y="4863329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29" name="Freeform 449"/>
            <p:cNvSpPr>
              <a:spLocks/>
            </p:cNvSpPr>
            <p:nvPr/>
          </p:nvSpPr>
          <p:spPr bwMode="auto">
            <a:xfrm rot="2490177">
              <a:off x="2528643" y="4902250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0" name="Freeform 450"/>
            <p:cNvSpPr>
              <a:spLocks/>
            </p:cNvSpPr>
            <p:nvPr/>
          </p:nvSpPr>
          <p:spPr bwMode="auto">
            <a:xfrm rot="2490177">
              <a:off x="2229091" y="5491009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1" name="Freeform 580"/>
            <p:cNvSpPr>
              <a:spLocks/>
            </p:cNvSpPr>
            <p:nvPr/>
          </p:nvSpPr>
          <p:spPr bwMode="auto">
            <a:xfrm rot="19368918" flipH="1">
              <a:off x="2728897" y="5445139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2" name="Freeform 581"/>
            <p:cNvSpPr>
              <a:spLocks/>
            </p:cNvSpPr>
            <p:nvPr/>
          </p:nvSpPr>
          <p:spPr bwMode="auto">
            <a:xfrm rot="4980113">
              <a:off x="2909872" y="5476889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3" name="Freeform 582"/>
            <p:cNvSpPr>
              <a:spLocks/>
            </p:cNvSpPr>
            <p:nvPr/>
          </p:nvSpPr>
          <p:spPr bwMode="auto">
            <a:xfrm rot="19368918" flipH="1">
              <a:off x="2730485" y="5457839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4" name="Freeform 583"/>
            <p:cNvSpPr>
              <a:spLocks/>
            </p:cNvSpPr>
            <p:nvPr/>
          </p:nvSpPr>
          <p:spPr bwMode="auto">
            <a:xfrm rot="161331" flipH="1">
              <a:off x="2372469" y="5540389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5" name="Freeform 584"/>
            <p:cNvSpPr>
              <a:spLocks/>
            </p:cNvSpPr>
            <p:nvPr/>
          </p:nvSpPr>
          <p:spPr bwMode="auto">
            <a:xfrm rot="161331">
              <a:off x="2397110" y="5618177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6" name="Freeform 585"/>
            <p:cNvSpPr>
              <a:spLocks/>
            </p:cNvSpPr>
            <p:nvPr/>
          </p:nvSpPr>
          <p:spPr bwMode="auto">
            <a:xfrm rot="161331">
              <a:off x="2843197" y="5429264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7" name="Freeform 586"/>
            <p:cNvSpPr>
              <a:spLocks/>
            </p:cNvSpPr>
            <p:nvPr/>
          </p:nvSpPr>
          <p:spPr bwMode="auto">
            <a:xfrm rot="1038583">
              <a:off x="2624122" y="6110302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8" name="Freeform 562"/>
            <p:cNvSpPr>
              <a:spLocks/>
            </p:cNvSpPr>
            <p:nvPr/>
          </p:nvSpPr>
          <p:spPr bwMode="auto">
            <a:xfrm>
              <a:off x="2714612" y="6197600"/>
              <a:ext cx="806450" cy="660400"/>
            </a:xfrm>
            <a:custGeom>
              <a:avLst/>
              <a:gdLst>
                <a:gd name="T0" fmla="*/ 26988 w 508"/>
                <a:gd name="T1" fmla="*/ 177800 h 416"/>
                <a:gd name="T2" fmla="*/ 55563 w 508"/>
                <a:gd name="T3" fmla="*/ 420688 h 416"/>
                <a:gd name="T4" fmla="*/ 360363 w 508"/>
                <a:gd name="T5" fmla="*/ 635000 h 416"/>
                <a:gd name="T6" fmla="*/ 465138 w 508"/>
                <a:gd name="T7" fmla="*/ 573088 h 416"/>
                <a:gd name="T8" fmla="*/ 641350 w 508"/>
                <a:gd name="T9" fmla="*/ 568325 h 416"/>
                <a:gd name="T10" fmla="*/ 806450 w 508"/>
                <a:gd name="T11" fmla="*/ 222250 h 416"/>
                <a:gd name="T12" fmla="*/ 646113 w 508"/>
                <a:gd name="T13" fmla="*/ 34925 h 416"/>
                <a:gd name="T14" fmla="*/ 446088 w 508"/>
                <a:gd name="T15" fmla="*/ 15875 h 416"/>
                <a:gd name="T16" fmla="*/ 327025 w 508"/>
                <a:gd name="T17" fmla="*/ 68263 h 416"/>
                <a:gd name="T18" fmla="*/ 174625 w 508"/>
                <a:gd name="T19" fmla="*/ 30163 h 416"/>
                <a:gd name="T20" fmla="*/ 26988 w 508"/>
                <a:gd name="T21" fmla="*/ 177800 h 4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08"/>
                <a:gd name="T34" fmla="*/ 0 h 416"/>
                <a:gd name="T35" fmla="*/ 508 w 508"/>
                <a:gd name="T36" fmla="*/ 416 h 41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08" h="416">
                  <a:moveTo>
                    <a:pt x="17" y="112"/>
                  </a:moveTo>
                  <a:cubicBezTo>
                    <a:pt x="5" y="153"/>
                    <a:pt x="0" y="217"/>
                    <a:pt x="35" y="265"/>
                  </a:cubicBezTo>
                  <a:cubicBezTo>
                    <a:pt x="70" y="313"/>
                    <a:pt x="184" y="384"/>
                    <a:pt x="227" y="400"/>
                  </a:cubicBezTo>
                  <a:cubicBezTo>
                    <a:pt x="270" y="416"/>
                    <a:pt x="264" y="368"/>
                    <a:pt x="293" y="361"/>
                  </a:cubicBezTo>
                  <a:cubicBezTo>
                    <a:pt x="322" y="354"/>
                    <a:pt x="368" y="395"/>
                    <a:pt x="404" y="358"/>
                  </a:cubicBezTo>
                  <a:cubicBezTo>
                    <a:pt x="440" y="321"/>
                    <a:pt x="508" y="196"/>
                    <a:pt x="508" y="140"/>
                  </a:cubicBezTo>
                  <a:cubicBezTo>
                    <a:pt x="508" y="84"/>
                    <a:pt x="445" y="44"/>
                    <a:pt x="407" y="22"/>
                  </a:cubicBezTo>
                  <a:cubicBezTo>
                    <a:pt x="369" y="0"/>
                    <a:pt x="314" y="7"/>
                    <a:pt x="281" y="10"/>
                  </a:cubicBezTo>
                  <a:cubicBezTo>
                    <a:pt x="248" y="13"/>
                    <a:pt x="234" y="42"/>
                    <a:pt x="206" y="43"/>
                  </a:cubicBezTo>
                  <a:cubicBezTo>
                    <a:pt x="178" y="44"/>
                    <a:pt x="142" y="7"/>
                    <a:pt x="110" y="19"/>
                  </a:cubicBezTo>
                  <a:cubicBezTo>
                    <a:pt x="78" y="31"/>
                    <a:pt x="31" y="70"/>
                    <a:pt x="17" y="1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CC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39" name="Freeform 563"/>
            <p:cNvSpPr>
              <a:spLocks/>
            </p:cNvSpPr>
            <p:nvPr/>
          </p:nvSpPr>
          <p:spPr bwMode="auto">
            <a:xfrm>
              <a:off x="2752712" y="6281737"/>
              <a:ext cx="469900" cy="409575"/>
            </a:xfrm>
            <a:custGeom>
              <a:avLst/>
              <a:gdLst>
                <a:gd name="T0" fmla="*/ 306740 w 288"/>
                <a:gd name="T1" fmla="*/ 77030 h 218"/>
                <a:gd name="T2" fmla="*/ 71790 w 288"/>
                <a:gd name="T3" fmla="*/ 16909 h 218"/>
                <a:gd name="T4" fmla="*/ 6526 w 288"/>
                <a:gd name="T5" fmla="*/ 182242 h 218"/>
                <a:gd name="T6" fmla="*/ 110949 w 288"/>
                <a:gd name="T7" fmla="*/ 362605 h 218"/>
                <a:gd name="T8" fmla="*/ 411162 w 288"/>
                <a:gd name="T9" fmla="*/ 392666 h 218"/>
                <a:gd name="T10" fmla="*/ 463374 w 288"/>
                <a:gd name="T11" fmla="*/ 257394 h 218"/>
                <a:gd name="T12" fmla="*/ 306740 w 288"/>
                <a:gd name="T13" fmla="*/ 7703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218"/>
                <a:gd name="T23" fmla="*/ 288 w 288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218">
                  <a:moveTo>
                    <a:pt x="188" y="41"/>
                  </a:moveTo>
                  <a:cubicBezTo>
                    <a:pt x="148" y="20"/>
                    <a:pt x="75" y="0"/>
                    <a:pt x="44" y="9"/>
                  </a:cubicBezTo>
                  <a:cubicBezTo>
                    <a:pt x="13" y="18"/>
                    <a:pt x="0" y="66"/>
                    <a:pt x="4" y="97"/>
                  </a:cubicBezTo>
                  <a:cubicBezTo>
                    <a:pt x="8" y="128"/>
                    <a:pt x="27" y="174"/>
                    <a:pt x="68" y="193"/>
                  </a:cubicBezTo>
                  <a:cubicBezTo>
                    <a:pt x="109" y="212"/>
                    <a:pt x="216" y="218"/>
                    <a:pt x="252" y="209"/>
                  </a:cubicBezTo>
                  <a:cubicBezTo>
                    <a:pt x="288" y="200"/>
                    <a:pt x="288" y="162"/>
                    <a:pt x="284" y="137"/>
                  </a:cubicBezTo>
                  <a:cubicBezTo>
                    <a:pt x="280" y="112"/>
                    <a:pt x="228" y="62"/>
                    <a:pt x="188" y="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0" name="Freeform 564"/>
            <p:cNvSpPr>
              <a:spLocks/>
            </p:cNvSpPr>
            <p:nvPr/>
          </p:nvSpPr>
          <p:spPr bwMode="auto">
            <a:xfrm>
              <a:off x="2903525" y="6108700"/>
              <a:ext cx="123825" cy="161925"/>
            </a:xfrm>
            <a:custGeom>
              <a:avLst/>
              <a:gdLst>
                <a:gd name="T0" fmla="*/ 123825 w 78"/>
                <a:gd name="T1" fmla="*/ 161925 h 102"/>
                <a:gd name="T2" fmla="*/ 4762 w 78"/>
                <a:gd name="T3" fmla="*/ 100012 h 102"/>
                <a:gd name="T4" fmla="*/ 0 w 78"/>
                <a:gd name="T5" fmla="*/ 0 h 102"/>
                <a:gd name="T6" fmla="*/ 95250 w 78"/>
                <a:gd name="T7" fmla="*/ 71438 h 102"/>
                <a:gd name="T8" fmla="*/ 123825 w 78"/>
                <a:gd name="T9" fmla="*/ 16192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2"/>
                <a:gd name="T17" fmla="*/ 78 w 7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2">
                  <a:moveTo>
                    <a:pt x="78" y="102"/>
                  </a:moveTo>
                  <a:lnTo>
                    <a:pt x="3" y="63"/>
                  </a:lnTo>
                  <a:lnTo>
                    <a:pt x="0" y="0"/>
                  </a:lnTo>
                  <a:lnTo>
                    <a:pt x="60" y="45"/>
                  </a:lnTo>
                  <a:lnTo>
                    <a:pt x="78" y="102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1" name="Freeform 565"/>
            <p:cNvSpPr>
              <a:spLocks/>
            </p:cNvSpPr>
            <p:nvPr/>
          </p:nvSpPr>
          <p:spPr bwMode="auto">
            <a:xfrm>
              <a:off x="2965437" y="6049962"/>
              <a:ext cx="58738" cy="201613"/>
            </a:xfrm>
            <a:custGeom>
              <a:avLst/>
              <a:gdLst>
                <a:gd name="T0" fmla="*/ 58738 w 37"/>
                <a:gd name="T1" fmla="*/ 201613 h 127"/>
                <a:gd name="T2" fmla="*/ 0 w 37"/>
                <a:gd name="T3" fmla="*/ 73025 h 127"/>
                <a:gd name="T4" fmla="*/ 25400 w 37"/>
                <a:gd name="T5" fmla="*/ 0 h 127"/>
                <a:gd name="T6" fmla="*/ 30163 w 37"/>
                <a:gd name="T7" fmla="*/ 50800 h 127"/>
                <a:gd name="T8" fmla="*/ 58738 w 37"/>
                <a:gd name="T9" fmla="*/ 201613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27"/>
                <a:gd name="T17" fmla="*/ 37 w 37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27">
                  <a:moveTo>
                    <a:pt x="37" y="127"/>
                  </a:moveTo>
                  <a:lnTo>
                    <a:pt x="0" y="46"/>
                  </a:lnTo>
                  <a:lnTo>
                    <a:pt x="16" y="0"/>
                  </a:lnTo>
                  <a:lnTo>
                    <a:pt x="19" y="32"/>
                  </a:lnTo>
                  <a:lnTo>
                    <a:pt x="37" y="127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2" name="Freeform 566"/>
            <p:cNvSpPr>
              <a:spLocks/>
            </p:cNvSpPr>
            <p:nvPr/>
          </p:nvSpPr>
          <p:spPr bwMode="auto">
            <a:xfrm>
              <a:off x="3027350" y="6072187"/>
              <a:ext cx="61913" cy="195263"/>
            </a:xfrm>
            <a:custGeom>
              <a:avLst/>
              <a:gdLst>
                <a:gd name="T0" fmla="*/ 0 w 39"/>
                <a:gd name="T1" fmla="*/ 195263 h 123"/>
                <a:gd name="T2" fmla="*/ 19050 w 39"/>
                <a:gd name="T3" fmla="*/ 44450 h 123"/>
                <a:gd name="T4" fmla="*/ 55563 w 39"/>
                <a:gd name="T5" fmla="*/ 0 h 123"/>
                <a:gd name="T6" fmla="*/ 61913 w 39"/>
                <a:gd name="T7" fmla="*/ 79375 h 123"/>
                <a:gd name="T8" fmla="*/ 0 w 39"/>
                <a:gd name="T9" fmla="*/ 19526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123"/>
                <a:gd name="T17" fmla="*/ 39 w 39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123">
                  <a:moveTo>
                    <a:pt x="0" y="123"/>
                  </a:moveTo>
                  <a:lnTo>
                    <a:pt x="12" y="28"/>
                  </a:lnTo>
                  <a:lnTo>
                    <a:pt x="35" y="0"/>
                  </a:lnTo>
                  <a:lnTo>
                    <a:pt x="39" y="50"/>
                  </a:lnTo>
                  <a:lnTo>
                    <a:pt x="0" y="123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3" name="Freeform 567"/>
            <p:cNvSpPr>
              <a:spLocks/>
            </p:cNvSpPr>
            <p:nvPr/>
          </p:nvSpPr>
          <p:spPr bwMode="auto">
            <a:xfrm>
              <a:off x="3032112" y="6086475"/>
              <a:ext cx="133350" cy="184150"/>
            </a:xfrm>
            <a:custGeom>
              <a:avLst/>
              <a:gdLst>
                <a:gd name="T0" fmla="*/ 0 w 84"/>
                <a:gd name="T1" fmla="*/ 184150 h 116"/>
                <a:gd name="T2" fmla="*/ 63500 w 84"/>
                <a:gd name="T3" fmla="*/ 42863 h 116"/>
                <a:gd name="T4" fmla="*/ 123825 w 84"/>
                <a:gd name="T5" fmla="*/ 0 h 116"/>
                <a:gd name="T6" fmla="*/ 133350 w 84"/>
                <a:gd name="T7" fmla="*/ 77788 h 116"/>
                <a:gd name="T8" fmla="*/ 0 w 84"/>
                <a:gd name="T9" fmla="*/ 18415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116"/>
                <a:gd name="T17" fmla="*/ 84 w 8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116">
                  <a:moveTo>
                    <a:pt x="0" y="116"/>
                  </a:moveTo>
                  <a:lnTo>
                    <a:pt x="40" y="27"/>
                  </a:lnTo>
                  <a:lnTo>
                    <a:pt x="78" y="0"/>
                  </a:lnTo>
                  <a:lnTo>
                    <a:pt x="84" y="49"/>
                  </a:lnTo>
                  <a:lnTo>
                    <a:pt x="0" y="116"/>
                  </a:lnTo>
                  <a:close/>
                </a:path>
              </a:pathLst>
            </a:custGeom>
            <a:gradFill rotWithShape="1">
              <a:gsLst>
                <a:gs pos="0">
                  <a:srgbClr val="003B00"/>
                </a:gs>
                <a:gs pos="50000">
                  <a:srgbClr val="008000"/>
                </a:gs>
                <a:gs pos="100000">
                  <a:srgbClr val="003B00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5044" name="Freeform 568"/>
            <p:cNvSpPr>
              <a:spLocks/>
            </p:cNvSpPr>
            <p:nvPr/>
          </p:nvSpPr>
          <p:spPr bwMode="auto">
            <a:xfrm>
              <a:off x="3155937" y="6770687"/>
              <a:ext cx="57150" cy="28575"/>
            </a:xfrm>
            <a:custGeom>
              <a:avLst/>
              <a:gdLst>
                <a:gd name="T0" fmla="*/ 0 w 36"/>
                <a:gd name="T1" fmla="*/ 14288 h 18"/>
                <a:gd name="T2" fmla="*/ 33337 w 36"/>
                <a:gd name="T3" fmla="*/ 28575 h 18"/>
                <a:gd name="T4" fmla="*/ 57150 w 36"/>
                <a:gd name="T5" fmla="*/ 0 h 18"/>
                <a:gd name="T6" fmla="*/ 0 w 36"/>
                <a:gd name="T7" fmla="*/ 14288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18"/>
                <a:gd name="T14" fmla="*/ 36 w 36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18">
                  <a:moveTo>
                    <a:pt x="0" y="9"/>
                  </a:moveTo>
                  <a:lnTo>
                    <a:pt x="21" y="18"/>
                  </a:lnTo>
                  <a:lnTo>
                    <a:pt x="36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00" name="TextBox 199"/>
          <p:cNvSpPr txBox="1"/>
          <p:nvPr/>
        </p:nvSpPr>
        <p:spPr>
          <a:xfrm>
            <a:off x="1500188" y="5429250"/>
            <a:ext cx="3000375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15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5357813" y="4429125"/>
            <a:ext cx="3000375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4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4429125" y="2071688"/>
            <a:ext cx="3000375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5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1500188" y="5429250"/>
            <a:ext cx="3000375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11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1714500" y="5384800"/>
            <a:ext cx="3000375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6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olma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05" name="Ромб 204">
            <a:hlinkClick r:id="rId6" action="ppaction://hlinksldjump"/>
          </p:cNvPr>
          <p:cNvSpPr/>
          <p:nvPr/>
        </p:nvSpPr>
        <p:spPr bwMode="auto">
          <a:xfrm>
            <a:off x="6858016" y="5929330"/>
            <a:ext cx="2285984" cy="928670"/>
          </a:xfrm>
          <a:prstGeom prst="diamond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Orqaga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48148E-6 L 0.3415 -0.1185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00" y="-5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7.40741E-7 L 0.37223 -0.4972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00" y="-24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0"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02" grpId="0"/>
      <p:bldP spid="203" grpId="0"/>
      <p:bldP spid="203" grpId="1"/>
      <p:bldP spid="2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Line 33"/>
          <p:cNvSpPr>
            <a:spLocks noChangeShapeType="1"/>
          </p:cNvSpPr>
          <p:nvPr/>
        </p:nvSpPr>
        <p:spPr bwMode="auto">
          <a:xfrm flipV="1">
            <a:off x="0" y="3740150"/>
            <a:ext cx="9144000" cy="3810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18" name="AutoShape 35"/>
          <p:cNvSpPr>
            <a:spLocks/>
          </p:cNvSpPr>
          <p:nvPr/>
        </p:nvSpPr>
        <p:spPr bwMode="auto">
          <a:xfrm rot="5400000">
            <a:off x="7536656" y="3036095"/>
            <a:ext cx="428625" cy="1928812"/>
          </a:xfrm>
          <a:prstGeom prst="rightBrace">
            <a:avLst>
              <a:gd name="adj1" fmla="val 94729"/>
              <a:gd name="adj2" fmla="val 45412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>
              <a:latin typeface="Times New Roman" pitchFamily="18" charset="0"/>
            </a:endParaRPr>
          </a:p>
        </p:txBody>
      </p:sp>
      <p:sp>
        <p:nvSpPr>
          <p:cNvPr id="7" name="Text Box 36"/>
          <p:cNvSpPr txBox="1">
            <a:spLocks noChangeArrowheads="1"/>
          </p:cNvSpPr>
          <p:nvPr/>
        </p:nvSpPr>
        <p:spPr bwMode="auto">
          <a:xfrm>
            <a:off x="7050088" y="4291013"/>
            <a:ext cx="1665287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 km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86020" name="Freeform 37"/>
          <p:cNvSpPr>
            <a:spLocks/>
          </p:cNvSpPr>
          <p:nvPr/>
        </p:nvSpPr>
        <p:spPr bwMode="auto">
          <a:xfrm flipV="1">
            <a:off x="6858000" y="3740150"/>
            <a:ext cx="1857375" cy="46038"/>
          </a:xfrm>
          <a:custGeom>
            <a:avLst/>
            <a:gdLst>
              <a:gd name="T0" fmla="*/ 1857375 w 1952"/>
              <a:gd name="T1" fmla="*/ 0 h 8"/>
              <a:gd name="T2" fmla="*/ 0 w 1952"/>
              <a:gd name="T3" fmla="*/ 46038 h 8"/>
              <a:gd name="T4" fmla="*/ 0 60000 65536"/>
              <a:gd name="T5" fmla="*/ 0 60000 65536"/>
              <a:gd name="T6" fmla="*/ 0 w 1952"/>
              <a:gd name="T7" fmla="*/ 0 h 8"/>
              <a:gd name="T8" fmla="*/ 1952 w 1952"/>
              <a:gd name="T9" fmla="*/ 8 h 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52" h="8">
                <a:moveTo>
                  <a:pt x="1952" y="0"/>
                </a:moveTo>
                <a:lnTo>
                  <a:pt x="0" y="8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Picture 34" descr="aluno03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21168827" flipH="1">
            <a:off x="8139113" y="2371725"/>
            <a:ext cx="836612" cy="144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2" name="Freeform 38"/>
          <p:cNvSpPr>
            <a:spLocks/>
          </p:cNvSpPr>
          <p:nvPr/>
        </p:nvSpPr>
        <p:spPr bwMode="auto">
          <a:xfrm>
            <a:off x="152400" y="3625850"/>
            <a:ext cx="1588" cy="279400"/>
          </a:xfrm>
          <a:custGeom>
            <a:avLst/>
            <a:gdLst>
              <a:gd name="T0" fmla="*/ 0 w 1"/>
              <a:gd name="T1" fmla="*/ 0 h 176"/>
              <a:gd name="T2" fmla="*/ 0 w 1"/>
              <a:gd name="T3" fmla="*/ 279400 h 176"/>
              <a:gd name="T4" fmla="*/ 0 60000 65536"/>
              <a:gd name="T5" fmla="*/ 0 60000 65536"/>
              <a:gd name="T6" fmla="*/ 0 w 1"/>
              <a:gd name="T7" fmla="*/ 0 h 176"/>
              <a:gd name="T8" fmla="*/ 1 w 1"/>
              <a:gd name="T9" fmla="*/ 176 h 17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6">
                <a:moveTo>
                  <a:pt x="0" y="0"/>
                </a:moveTo>
                <a:lnTo>
                  <a:pt x="0" y="17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3" name="Freeform 39"/>
          <p:cNvSpPr>
            <a:spLocks/>
          </p:cNvSpPr>
          <p:nvPr/>
        </p:nvSpPr>
        <p:spPr bwMode="auto">
          <a:xfrm>
            <a:off x="152400" y="3249613"/>
            <a:ext cx="360363" cy="504825"/>
          </a:xfrm>
          <a:custGeom>
            <a:avLst/>
            <a:gdLst>
              <a:gd name="T0" fmla="*/ 0 w 454"/>
              <a:gd name="T1" fmla="*/ 295100 h 544"/>
              <a:gd name="T2" fmla="*/ 360363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rgbClr val="CE2CBB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4" name="Freeform 40"/>
          <p:cNvSpPr>
            <a:spLocks/>
          </p:cNvSpPr>
          <p:nvPr/>
        </p:nvSpPr>
        <p:spPr bwMode="auto">
          <a:xfrm>
            <a:off x="4495800" y="3262313"/>
            <a:ext cx="360363" cy="504825"/>
          </a:xfrm>
          <a:custGeom>
            <a:avLst/>
            <a:gdLst>
              <a:gd name="T0" fmla="*/ 0 w 454"/>
              <a:gd name="T1" fmla="*/ 295100 h 544"/>
              <a:gd name="T2" fmla="*/ 360363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5" name="Freeform 42"/>
          <p:cNvSpPr>
            <a:spLocks/>
          </p:cNvSpPr>
          <p:nvPr/>
        </p:nvSpPr>
        <p:spPr bwMode="auto">
          <a:xfrm>
            <a:off x="1252538" y="3287713"/>
            <a:ext cx="360362" cy="504825"/>
          </a:xfrm>
          <a:custGeom>
            <a:avLst/>
            <a:gdLst>
              <a:gd name="T0" fmla="*/ 0 w 454"/>
              <a:gd name="T1" fmla="*/ 295100 h 544"/>
              <a:gd name="T2" fmla="*/ 360362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rgbClr val="CE2CBB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6" name="Freeform 43"/>
          <p:cNvSpPr>
            <a:spLocks/>
          </p:cNvSpPr>
          <p:nvPr/>
        </p:nvSpPr>
        <p:spPr bwMode="auto">
          <a:xfrm>
            <a:off x="2243138" y="3236913"/>
            <a:ext cx="360362" cy="504825"/>
          </a:xfrm>
          <a:custGeom>
            <a:avLst/>
            <a:gdLst>
              <a:gd name="T0" fmla="*/ 0 w 454"/>
              <a:gd name="T1" fmla="*/ 295100 h 544"/>
              <a:gd name="T2" fmla="*/ 360362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7" name="Freeform 45"/>
          <p:cNvSpPr>
            <a:spLocks/>
          </p:cNvSpPr>
          <p:nvPr/>
        </p:nvSpPr>
        <p:spPr bwMode="auto">
          <a:xfrm>
            <a:off x="3398838" y="3249613"/>
            <a:ext cx="360362" cy="504825"/>
          </a:xfrm>
          <a:custGeom>
            <a:avLst/>
            <a:gdLst>
              <a:gd name="T0" fmla="*/ 0 w 454"/>
              <a:gd name="T1" fmla="*/ 295100 h 544"/>
              <a:gd name="T2" fmla="*/ 360362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8" name="Freeform 46"/>
          <p:cNvSpPr>
            <a:spLocks/>
          </p:cNvSpPr>
          <p:nvPr/>
        </p:nvSpPr>
        <p:spPr bwMode="auto">
          <a:xfrm>
            <a:off x="7843838" y="3287713"/>
            <a:ext cx="360362" cy="504825"/>
          </a:xfrm>
          <a:custGeom>
            <a:avLst/>
            <a:gdLst>
              <a:gd name="T0" fmla="*/ 0 w 454"/>
              <a:gd name="T1" fmla="*/ 295100 h 544"/>
              <a:gd name="T2" fmla="*/ 360362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rgbClr val="33CC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9" name="Freeform 47"/>
          <p:cNvSpPr>
            <a:spLocks/>
          </p:cNvSpPr>
          <p:nvPr/>
        </p:nvSpPr>
        <p:spPr bwMode="auto">
          <a:xfrm>
            <a:off x="5634038" y="3287713"/>
            <a:ext cx="360362" cy="504825"/>
          </a:xfrm>
          <a:custGeom>
            <a:avLst/>
            <a:gdLst>
              <a:gd name="T0" fmla="*/ 0 w 454"/>
              <a:gd name="T1" fmla="*/ 295100 h 544"/>
              <a:gd name="T2" fmla="*/ 360362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0" name="Freeform 48"/>
          <p:cNvSpPr>
            <a:spLocks/>
          </p:cNvSpPr>
          <p:nvPr/>
        </p:nvSpPr>
        <p:spPr bwMode="auto">
          <a:xfrm>
            <a:off x="6789738" y="3275013"/>
            <a:ext cx="360362" cy="504825"/>
          </a:xfrm>
          <a:custGeom>
            <a:avLst/>
            <a:gdLst>
              <a:gd name="T0" fmla="*/ 0 w 454"/>
              <a:gd name="T1" fmla="*/ 295100 h 544"/>
              <a:gd name="T2" fmla="*/ 360362 w 454"/>
              <a:gd name="T3" fmla="*/ 295100 h 544"/>
              <a:gd name="T4" fmla="*/ 0 w 454"/>
              <a:gd name="T5" fmla="*/ 0 h 544"/>
              <a:gd name="T6" fmla="*/ 0 w 454"/>
              <a:gd name="T7" fmla="*/ 504825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454"/>
              <a:gd name="T13" fmla="*/ 0 h 544"/>
              <a:gd name="T14" fmla="*/ 454 w 454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4" h="544">
                <a:moveTo>
                  <a:pt x="0" y="318"/>
                </a:moveTo>
                <a:lnTo>
                  <a:pt x="454" y="318"/>
                </a:lnTo>
                <a:lnTo>
                  <a:pt x="0" y="0"/>
                </a:lnTo>
                <a:lnTo>
                  <a:pt x="0" y="544"/>
                </a:lnTo>
              </a:path>
            </a:pathLst>
          </a:custGeom>
          <a:solidFill>
            <a:srgbClr val="33CC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1" name="AutoShape 35"/>
          <p:cNvSpPr>
            <a:spLocks/>
          </p:cNvSpPr>
          <p:nvPr/>
        </p:nvSpPr>
        <p:spPr bwMode="auto">
          <a:xfrm rot="5400000">
            <a:off x="5464969" y="2964656"/>
            <a:ext cx="428625" cy="2214563"/>
          </a:xfrm>
          <a:prstGeom prst="rightBrace">
            <a:avLst>
              <a:gd name="adj1" fmla="val 94722"/>
              <a:gd name="adj2" fmla="val 45412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>
              <a:latin typeface="Times New Roman" pitchFamily="18" charset="0"/>
            </a:endParaRPr>
          </a:p>
        </p:txBody>
      </p:sp>
      <p:sp>
        <p:nvSpPr>
          <p:cNvPr id="86032" name="AutoShape 35"/>
          <p:cNvSpPr>
            <a:spLocks/>
          </p:cNvSpPr>
          <p:nvPr/>
        </p:nvSpPr>
        <p:spPr bwMode="auto">
          <a:xfrm rot="5400000">
            <a:off x="3178969" y="2964656"/>
            <a:ext cx="428625" cy="2214563"/>
          </a:xfrm>
          <a:prstGeom prst="rightBrace">
            <a:avLst>
              <a:gd name="adj1" fmla="val 94722"/>
              <a:gd name="adj2" fmla="val 45412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>
              <a:latin typeface="Times New Roman" pitchFamily="18" charset="0"/>
            </a:endParaRPr>
          </a:p>
        </p:txBody>
      </p:sp>
      <p:sp>
        <p:nvSpPr>
          <p:cNvPr id="86033" name="AutoShape 35"/>
          <p:cNvSpPr>
            <a:spLocks/>
          </p:cNvSpPr>
          <p:nvPr/>
        </p:nvSpPr>
        <p:spPr bwMode="auto">
          <a:xfrm rot="5400000">
            <a:off x="1000125" y="3071813"/>
            <a:ext cx="428625" cy="2000250"/>
          </a:xfrm>
          <a:prstGeom prst="rightBrace">
            <a:avLst>
              <a:gd name="adj1" fmla="val 94716"/>
              <a:gd name="adj2" fmla="val 45412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>
              <a:latin typeface="Times New Roman" pitchFamily="18" charset="0"/>
            </a:endParaRPr>
          </a:p>
        </p:txBody>
      </p:sp>
      <p:sp>
        <p:nvSpPr>
          <p:cNvPr id="24" name="Text Box 36"/>
          <p:cNvSpPr txBox="1">
            <a:spLocks noChangeArrowheads="1"/>
          </p:cNvSpPr>
          <p:nvPr/>
        </p:nvSpPr>
        <p:spPr bwMode="auto">
          <a:xfrm>
            <a:off x="5000625" y="4286250"/>
            <a:ext cx="16652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4 km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2714625" y="4291013"/>
            <a:ext cx="16652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6 km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28625" y="4214813"/>
            <a:ext cx="16652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8 km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27" name="Text Box 36"/>
          <p:cNvSpPr txBox="1">
            <a:spLocks noChangeArrowheads="1"/>
          </p:cNvSpPr>
          <p:nvPr/>
        </p:nvSpPr>
        <p:spPr bwMode="auto">
          <a:xfrm>
            <a:off x="7072313" y="1500188"/>
            <a:ext cx="1897062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soat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4786313" y="1500188"/>
            <a:ext cx="1897062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2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soat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2571750" y="1500188"/>
            <a:ext cx="1897063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3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soat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357188" y="1571625"/>
            <a:ext cx="1897062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4 </a:t>
            </a:r>
            <a:r>
              <a:rPr lang="en-US" sz="5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soat</a:t>
            </a:r>
            <a:endParaRPr lang="ru-RU" sz="5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32" name="Ромб 31">
            <a:hlinkClick r:id="rId3" action="ppaction://hlinksldjump"/>
          </p:cNvPr>
          <p:cNvSpPr/>
          <p:nvPr/>
        </p:nvSpPr>
        <p:spPr bwMode="auto">
          <a:xfrm>
            <a:off x="6858016" y="5929330"/>
            <a:ext cx="2285984" cy="928670"/>
          </a:xfrm>
          <a:prstGeom prst="diamond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Orqaga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7.40741E-7 L -0.19948 -0.0018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948 -0.00185 L -0.44357 -0.00185 " pathEditMode="relative" rAng="0" ptsTypes="AA">
                                      <p:cBhvr>
                                        <p:cTn id="1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0"/>
                            </p:stCondLst>
                            <p:childTnLst>
                              <p:par>
                                <p:cTn id="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0"/>
                            </p:stCondLst>
                            <p:childTnLst>
                              <p:par>
                                <p:cTn id="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357 7.40741E-7 L -0.69566 -0.00185 " pathEditMode="relative" rAng="0" ptsTypes="AA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000"/>
                            </p:stCondLst>
                            <p:childTnLst>
                              <p:par>
                                <p:cTn id="4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566 -0.00185 L -0.91614 0.00695 " pathEditMode="relative" rAng="0" ptsTypes="AA">
                                      <p:cBhvr>
                                        <p:cTn id="48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" y="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60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8000"/>
                            </p:stCondLst>
                            <p:childTnLst>
                              <p:par>
                                <p:cTn id="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4" grpId="0"/>
      <p:bldP spid="24" grpId="1"/>
      <p:bldP spid="25" grpId="0"/>
      <p:bldP spid="25" grpId="1"/>
      <p:bldP spid="26" grpId="0"/>
      <p:bldP spid="27" grpId="0"/>
      <p:bldP spid="27" grpId="1"/>
      <p:bldP spid="28" grpId="0"/>
      <p:bldP spid="28" grpId="1"/>
      <p:bldP spid="29" grpId="0"/>
      <p:bldP spid="29" grpId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4546" y="142852"/>
            <a:ext cx="5429288" cy="857256"/>
          </a:xfrm>
          <a:solidFill>
            <a:schemeClr val="bg1"/>
          </a:solidFill>
          <a:extLst/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O’nli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sanoq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sistemasi</a:t>
            </a:r>
            <a:endParaRPr lang="en-US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786063" y="1428750"/>
            <a:ext cx="6129337" cy="485775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 smtClean="0">
                <a:cs typeface="Times New Roman" pitchFamily="18" charset="0"/>
              </a:rPr>
              <a:t>Aziz </a:t>
            </a:r>
            <a:r>
              <a:rPr lang="en-US" dirty="0" err="1" smtClean="0">
                <a:cs typeface="Times New Roman" pitchFamily="18" charset="0"/>
              </a:rPr>
              <a:t>o’quvchi</a:t>
            </a:r>
            <a:r>
              <a:rPr lang="en-US" dirty="0" smtClean="0">
                <a:cs typeface="Times New Roman" pitchFamily="18" charset="0"/>
              </a:rPr>
              <a:t>! </a:t>
            </a:r>
            <a:r>
              <a:rPr lang="en-US" dirty="0" err="1" smtClean="0">
                <a:cs typeface="Times New Roman" pitchFamily="18" charset="0"/>
              </a:rPr>
              <a:t>Sizga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 err="1" smtClean="0">
                <a:cs typeface="Times New Roman" pitchFamily="18" charset="0"/>
              </a:rPr>
              <a:t>ma’lumki</a:t>
            </a:r>
            <a:r>
              <a:rPr lang="en-US" dirty="0" smtClean="0">
                <a:cs typeface="Times New Roman" pitchFamily="18" charset="0"/>
              </a:rPr>
              <a:t>,</a:t>
            </a:r>
          </a:p>
          <a:p>
            <a:pPr eaLnBrk="1" hangingPunct="1">
              <a:buFontTx/>
              <a:buNone/>
              <a:defRPr/>
            </a:pPr>
            <a:r>
              <a:rPr lang="en-US" dirty="0" err="1" smtClean="0">
                <a:cs typeface="Times New Roman" pitchFamily="18" charset="0"/>
              </a:rPr>
              <a:t>sonlarnin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 err="1" smtClean="0">
                <a:cs typeface="Times New Roman" pitchFamily="18" charset="0"/>
              </a:rPr>
              <a:t>yozish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 err="1" smtClean="0">
                <a:cs typeface="Times New Roman" pitchFamily="18" charset="0"/>
              </a:rPr>
              <a:t>uchun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b="1" dirty="0" err="1" smtClean="0">
                <a:cs typeface="Times New Roman" pitchFamily="18" charset="0"/>
              </a:rPr>
              <a:t>o’nta</a:t>
            </a:r>
            <a:r>
              <a:rPr lang="en-US" b="1" dirty="0" smtClean="0">
                <a:cs typeface="Times New Roman" pitchFamily="18" charset="0"/>
              </a:rPr>
              <a:t> </a:t>
            </a:r>
          </a:p>
          <a:p>
            <a:pPr eaLnBrk="1" hangingPunct="1">
              <a:buFontTx/>
              <a:buNone/>
              <a:defRPr/>
            </a:pPr>
            <a:r>
              <a:rPr lang="en-US" b="1" dirty="0" err="1" smtClean="0">
                <a:cs typeface="Times New Roman" pitchFamily="18" charset="0"/>
              </a:rPr>
              <a:t>raqam</a:t>
            </a:r>
            <a:r>
              <a:rPr lang="en-US" b="1" dirty="0" smtClean="0">
                <a:cs typeface="Times New Roman" pitchFamily="18" charset="0"/>
              </a:rPr>
              <a:t> (</a:t>
            </a:r>
            <a:r>
              <a:rPr lang="en-US" b="1" dirty="0" err="1" smtClean="0">
                <a:cs typeface="Times New Roman" pitchFamily="18" charset="0"/>
              </a:rPr>
              <a:t>belgi</a:t>
            </a:r>
            <a:r>
              <a:rPr lang="en-US" b="1" dirty="0" smtClean="0">
                <a:cs typeface="Times New Roman" pitchFamily="18" charset="0"/>
              </a:rPr>
              <a:t>) </a:t>
            </a:r>
            <a:r>
              <a:rPr lang="en-US" dirty="0" err="1" smtClean="0">
                <a:cs typeface="Times New Roman" pitchFamily="18" charset="0"/>
              </a:rPr>
              <a:t>qo’llaniladi</a:t>
            </a:r>
            <a:r>
              <a:rPr lang="en-US" dirty="0" smtClean="0">
                <a:cs typeface="Times New Roman" pitchFamily="18" charset="0"/>
              </a:rPr>
              <a:t>.</a:t>
            </a:r>
          </a:p>
          <a:p>
            <a:pPr eaLnBrk="1" hangingPunct="1">
              <a:buFontTx/>
              <a:buNone/>
              <a:defRPr/>
            </a:pPr>
            <a:endParaRPr lang="en-US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  <a:defRPr/>
            </a:pPr>
            <a:endParaRPr lang="en-US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en-US" sz="4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0, 1, 2, 3, 4, 5, 6, 7, 8, 9</a:t>
            </a:r>
          </a:p>
          <a:p>
            <a:pPr eaLnBrk="1" hangingPunct="1">
              <a:defRPr/>
            </a:pPr>
            <a:endParaRPr lang="en-US" dirty="0"/>
          </a:p>
        </p:txBody>
      </p:sp>
      <p:grpSp>
        <p:nvGrpSpPr>
          <p:cNvPr id="87043" name="Группа 3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87052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7053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87054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3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4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5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6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7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87050" name="Picture 12" descr="nambe3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666038" y="0"/>
            <a:ext cx="1477962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1" name="Picture 22" descr="spintri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507413" y="6324600"/>
            <a:ext cx="331787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72187" cy="5072062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 err="1" smtClean="0"/>
              <a:t>Masalan</a:t>
            </a:r>
            <a:r>
              <a:rPr lang="en-US" dirty="0" smtClean="0"/>
              <a:t>: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15, 651, 1 000, 4 852, 19 054.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dirty="0" smtClean="0"/>
              <a:t>Bu </a:t>
            </a:r>
            <a:r>
              <a:rPr lang="en-US" dirty="0" err="1" smtClean="0"/>
              <a:t>sonlarning</a:t>
            </a:r>
            <a:r>
              <a:rPr lang="en-US" dirty="0" smtClean="0"/>
              <a:t> </a:t>
            </a:r>
            <a:r>
              <a:rPr lang="en-US" dirty="0" err="1" smtClean="0"/>
              <a:t>yozuvdagi</a:t>
            </a:r>
            <a:r>
              <a:rPr lang="en-US" dirty="0" smtClean="0"/>
              <a:t> </a:t>
            </a:r>
            <a:r>
              <a:rPr lang="en-US" dirty="0" err="1" smtClean="0"/>
              <a:t>har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raqam</a:t>
            </a:r>
            <a:r>
              <a:rPr lang="en-US" dirty="0" smtClean="0"/>
              <a:t> </a:t>
            </a:r>
            <a:r>
              <a:rPr lang="en-US" b="1" dirty="0" err="1" smtClean="0"/>
              <a:t>o’zi</a:t>
            </a:r>
            <a:r>
              <a:rPr lang="en-US" b="1" dirty="0" smtClean="0"/>
              <a:t> </a:t>
            </a:r>
            <a:r>
              <a:rPr lang="en-US" b="1" dirty="0" err="1" smtClean="0"/>
              <a:t>egallagan</a:t>
            </a:r>
            <a:r>
              <a:rPr lang="en-US" b="1" dirty="0" smtClean="0"/>
              <a:t> </a:t>
            </a:r>
            <a:r>
              <a:rPr lang="en-US" b="1" dirty="0" err="1" smtClean="0"/>
              <a:t>o’rni</a:t>
            </a:r>
            <a:r>
              <a:rPr lang="en-US" b="1" dirty="0" smtClean="0"/>
              <a:t> (</a:t>
            </a:r>
            <a:r>
              <a:rPr lang="en-US" b="1" dirty="0" err="1" smtClean="0"/>
              <a:t>joyi</a:t>
            </a:r>
            <a:r>
              <a:rPr lang="en-US" b="1" dirty="0" smtClean="0"/>
              <a:t>) </a:t>
            </a:r>
            <a:r>
              <a:rPr lang="en-US" b="1" dirty="0" err="1" smtClean="0"/>
              <a:t>ga</a:t>
            </a:r>
            <a:r>
              <a:rPr lang="en-US" b="1" dirty="0" smtClean="0"/>
              <a:t> </a:t>
            </a:r>
            <a:r>
              <a:rPr lang="en-US" b="1" dirty="0" err="1" smtClean="0"/>
              <a:t>qarab</a:t>
            </a:r>
            <a:r>
              <a:rPr lang="en-US" b="1" dirty="0" smtClean="0"/>
              <a:t> </a:t>
            </a:r>
            <a:r>
              <a:rPr lang="en-US" b="1" dirty="0" err="1" smtClean="0"/>
              <a:t>turli</a:t>
            </a:r>
            <a:r>
              <a:rPr lang="en-US" b="1" dirty="0" smtClean="0"/>
              <a:t> </a:t>
            </a:r>
            <a:r>
              <a:rPr lang="en-US" b="1" dirty="0" err="1" smtClean="0"/>
              <a:t>ma’noga</a:t>
            </a:r>
            <a:r>
              <a:rPr lang="en-US" b="1" dirty="0" smtClean="0"/>
              <a:t> </a:t>
            </a:r>
            <a:r>
              <a:rPr lang="en-US" dirty="0" err="1" smtClean="0"/>
              <a:t>egadir</a:t>
            </a:r>
            <a:r>
              <a:rPr lang="en-US" dirty="0" smtClean="0"/>
              <a:t>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dirty="0" err="1" smtClean="0"/>
              <a:t>Xususan</a:t>
            </a:r>
            <a:r>
              <a:rPr lang="en-US" dirty="0" smtClean="0"/>
              <a:t>, </a:t>
            </a:r>
            <a:r>
              <a:rPr lang="en-US" dirty="0" err="1" smtClean="0"/>
              <a:t>yetti</a:t>
            </a:r>
            <a:r>
              <a:rPr lang="en-US" dirty="0" smtClean="0"/>
              <a:t> </a:t>
            </a:r>
            <a:r>
              <a:rPr lang="en-US" dirty="0" err="1" smtClean="0"/>
              <a:t>yuz</a:t>
            </a:r>
            <a:r>
              <a:rPr lang="en-US" dirty="0" smtClean="0"/>
              <a:t> </a:t>
            </a:r>
            <a:r>
              <a:rPr lang="en-US" dirty="0" err="1" smtClean="0"/>
              <a:t>yetmish</a:t>
            </a:r>
            <a:r>
              <a:rPr lang="en-US" dirty="0" smtClean="0"/>
              <a:t> </a:t>
            </a:r>
            <a:r>
              <a:rPr lang="en-US" dirty="0" err="1" smtClean="0"/>
              <a:t>yetti</a:t>
            </a:r>
            <a:r>
              <a:rPr lang="en-US" dirty="0" smtClean="0"/>
              <a:t> </a:t>
            </a:r>
            <a:r>
              <a:rPr lang="en-US" dirty="0" err="1" smtClean="0"/>
              <a:t>sonining</a:t>
            </a:r>
            <a:r>
              <a:rPr lang="en-US" dirty="0" smtClean="0"/>
              <a:t> 777 </a:t>
            </a:r>
            <a:r>
              <a:rPr lang="en-US" dirty="0" err="1" smtClean="0"/>
              <a:t>yozuvida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xil</a:t>
            </a:r>
            <a:r>
              <a:rPr lang="en-US" dirty="0" smtClean="0"/>
              <a:t> </a:t>
            </a:r>
            <a:r>
              <a:rPr lang="en-US" dirty="0" err="1" smtClean="0"/>
              <a:t>raqam</a:t>
            </a:r>
            <a:r>
              <a:rPr lang="en-US" dirty="0" smtClean="0"/>
              <a:t> </a:t>
            </a:r>
            <a:r>
              <a:rPr lang="en-US" dirty="0" err="1" smtClean="0"/>
              <a:t>ishtirok</a:t>
            </a:r>
            <a:r>
              <a:rPr lang="en-US" dirty="0" smtClean="0"/>
              <a:t> </a:t>
            </a:r>
            <a:r>
              <a:rPr lang="en-US" dirty="0" err="1" smtClean="0"/>
              <a:t>etsada</a:t>
            </a:r>
            <a:r>
              <a:rPr lang="en-US" dirty="0" smtClean="0"/>
              <a:t> </a:t>
            </a:r>
            <a:r>
              <a:rPr lang="en-US" dirty="0" err="1" smtClean="0"/>
              <a:t>har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7 </a:t>
            </a:r>
            <a:r>
              <a:rPr lang="en-US" dirty="0" err="1" smtClean="0"/>
              <a:t>o’z</a:t>
            </a:r>
            <a:r>
              <a:rPr lang="en-US" dirty="0" smtClean="0"/>
              <a:t> </a:t>
            </a:r>
            <a:r>
              <a:rPr lang="en-US" dirty="0" err="1" smtClean="0"/>
              <a:t>martabasiga</a:t>
            </a:r>
            <a:r>
              <a:rPr lang="en-US" dirty="0" smtClean="0"/>
              <a:t> </a:t>
            </a:r>
            <a:r>
              <a:rPr lang="en-US" dirty="0" err="1" smtClean="0"/>
              <a:t>ega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88066" name="Группа 3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88076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8077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88078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3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4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5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6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7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Заголовок 1"/>
          <p:cNvSpPr>
            <a:spLocks noGrp="1"/>
          </p:cNvSpPr>
          <p:nvPr>
            <p:ph type="title"/>
          </p:nvPr>
        </p:nvSpPr>
        <p:spPr>
          <a:xfrm>
            <a:off x="2214546" y="142852"/>
            <a:ext cx="5429288" cy="857256"/>
          </a:xfrm>
          <a:solidFill>
            <a:schemeClr val="bg1"/>
          </a:solidFill>
          <a:extLst/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O’nli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sanoq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sistemasi</a:t>
            </a:r>
            <a:endParaRPr lang="en-US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88074" name="Picture 12" descr="nambe3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666038" y="0"/>
            <a:ext cx="1477962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8075" name="Picture 22" descr="spintri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507413" y="6324600"/>
            <a:ext cx="331787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72187" cy="5072062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sz="3600" dirty="0" err="1" smtClean="0"/>
              <a:t>O’ngdan</a:t>
            </a:r>
            <a:r>
              <a:rPr lang="en-US" sz="3600" dirty="0" smtClean="0"/>
              <a:t> </a:t>
            </a:r>
            <a:r>
              <a:rPr lang="en-US" sz="3600" dirty="0" err="1" smtClean="0"/>
              <a:t>birinchi</a:t>
            </a:r>
            <a:r>
              <a:rPr lang="en-US" sz="3600" dirty="0" smtClean="0"/>
              <a:t> </a:t>
            </a:r>
            <a:r>
              <a:rPr lang="en-US" sz="3600" dirty="0" err="1" smtClean="0"/>
              <a:t>raqam</a:t>
            </a:r>
            <a:r>
              <a:rPr lang="en-US" sz="3600" dirty="0" smtClean="0"/>
              <a:t> </a:t>
            </a:r>
            <a:r>
              <a:rPr lang="en-US" sz="3600" dirty="0" err="1" smtClean="0"/>
              <a:t>bu</a:t>
            </a:r>
            <a:r>
              <a:rPr lang="en-US" sz="3600" dirty="0" smtClean="0"/>
              <a:t> </a:t>
            </a:r>
            <a:r>
              <a:rPr lang="en-US" sz="3600" dirty="0" err="1" smtClean="0"/>
              <a:t>sonda</a:t>
            </a:r>
            <a:r>
              <a:rPr lang="en-US" sz="3600" dirty="0" smtClean="0"/>
              <a:t> 7 </a:t>
            </a:r>
            <a:r>
              <a:rPr lang="en-US" sz="3600" dirty="0" err="1" smtClean="0"/>
              <a:t>ta</a:t>
            </a:r>
            <a:r>
              <a:rPr lang="en-US" sz="3600" dirty="0" smtClean="0"/>
              <a:t> </a:t>
            </a:r>
            <a:r>
              <a:rPr lang="en-US" sz="3600" dirty="0" err="1" smtClean="0"/>
              <a:t>bir</a:t>
            </a:r>
            <a:r>
              <a:rPr lang="en-US" sz="3600" dirty="0" smtClean="0"/>
              <a:t> </a:t>
            </a:r>
            <a:r>
              <a:rPr lang="en-US" sz="3600" dirty="0" err="1" smtClean="0"/>
              <a:t>borligini</a:t>
            </a:r>
            <a:r>
              <a:rPr lang="en-US" sz="3600" dirty="0" smtClean="0"/>
              <a:t>, </a:t>
            </a:r>
            <a:r>
              <a:rPr lang="en-US" sz="3600" dirty="0" err="1" smtClean="0"/>
              <a:t>o’ngdan</a:t>
            </a:r>
            <a:r>
              <a:rPr lang="en-US" sz="3600" dirty="0" smtClean="0"/>
              <a:t> </a:t>
            </a:r>
            <a:r>
              <a:rPr lang="en-US" sz="3600" dirty="0" err="1" smtClean="0"/>
              <a:t>ikkinchi</a:t>
            </a:r>
            <a:r>
              <a:rPr lang="en-US" sz="3600" dirty="0" smtClean="0"/>
              <a:t> </a:t>
            </a:r>
            <a:r>
              <a:rPr lang="en-US" sz="3600" dirty="0" err="1" smtClean="0"/>
              <a:t>raqam</a:t>
            </a:r>
            <a:r>
              <a:rPr lang="en-US" sz="3600" dirty="0" smtClean="0"/>
              <a:t> 7 </a:t>
            </a:r>
            <a:r>
              <a:rPr lang="en-US" sz="3600" dirty="0" err="1" smtClean="0"/>
              <a:t>ta</a:t>
            </a:r>
            <a:r>
              <a:rPr lang="en-US" sz="3600" dirty="0" smtClean="0"/>
              <a:t> </a:t>
            </a:r>
            <a:r>
              <a:rPr lang="en-US" sz="3600" dirty="0" err="1" smtClean="0"/>
              <a:t>o’n</a:t>
            </a:r>
            <a:r>
              <a:rPr lang="en-US" sz="3600" dirty="0" smtClean="0"/>
              <a:t> </a:t>
            </a:r>
            <a:r>
              <a:rPr lang="en-US" sz="3600" dirty="0" err="1" smtClean="0"/>
              <a:t>borligini</a:t>
            </a:r>
            <a:r>
              <a:rPr lang="en-US" sz="3600" dirty="0" smtClean="0"/>
              <a:t>, </a:t>
            </a:r>
            <a:r>
              <a:rPr lang="en-US" sz="3600" dirty="0" err="1" smtClean="0"/>
              <a:t>nihoyat</a:t>
            </a:r>
            <a:r>
              <a:rPr lang="en-US" sz="3600" dirty="0" smtClean="0"/>
              <a:t>, </a:t>
            </a:r>
            <a:r>
              <a:rPr lang="en-US" sz="3600" dirty="0" err="1" smtClean="0"/>
              <a:t>o’ngdan</a:t>
            </a:r>
            <a:r>
              <a:rPr lang="en-US" sz="3600" dirty="0" smtClean="0"/>
              <a:t> </a:t>
            </a:r>
            <a:r>
              <a:rPr lang="en-US" sz="3600" dirty="0" err="1" smtClean="0"/>
              <a:t>uchinchi</a:t>
            </a:r>
            <a:r>
              <a:rPr lang="en-US" sz="3600" dirty="0" smtClean="0"/>
              <a:t> </a:t>
            </a:r>
            <a:r>
              <a:rPr lang="en-US" sz="3600" dirty="0" err="1" smtClean="0"/>
              <a:t>raqam</a:t>
            </a:r>
            <a:r>
              <a:rPr lang="en-US" sz="3600" dirty="0" smtClean="0"/>
              <a:t> 7 </a:t>
            </a:r>
            <a:r>
              <a:rPr lang="en-US" sz="3600" dirty="0" err="1" smtClean="0"/>
              <a:t>ta</a:t>
            </a:r>
            <a:r>
              <a:rPr lang="en-US" sz="3600" dirty="0" smtClean="0"/>
              <a:t> </a:t>
            </a:r>
            <a:r>
              <a:rPr lang="en-US" sz="3600" dirty="0" err="1" smtClean="0"/>
              <a:t>yuz</a:t>
            </a:r>
            <a:r>
              <a:rPr lang="en-US" sz="3600" dirty="0" smtClean="0"/>
              <a:t> </a:t>
            </a:r>
            <a:r>
              <a:rPr lang="en-US" sz="3600" dirty="0" err="1" smtClean="0"/>
              <a:t>borligini</a:t>
            </a:r>
            <a:r>
              <a:rPr lang="en-US" sz="3600" dirty="0" smtClean="0"/>
              <a:t> </a:t>
            </a:r>
            <a:r>
              <a:rPr lang="en-US" sz="3600" dirty="0" err="1" smtClean="0"/>
              <a:t>bildiradi</a:t>
            </a:r>
            <a:r>
              <a:rPr lang="en-US" sz="3600" dirty="0" smtClean="0"/>
              <a:t>.</a:t>
            </a:r>
          </a:p>
          <a:p>
            <a:pPr marL="0" indent="0" eaLnBrk="1" hangingPunct="1">
              <a:buFontTx/>
              <a:buNone/>
              <a:defRPr/>
            </a:pPr>
            <a:endParaRPr lang="en-US" sz="2400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7·100 + 7·10 + 7 = 777</a:t>
            </a:r>
          </a:p>
          <a:p>
            <a:pPr marL="0" indent="0" eaLnBrk="1" hangingPunct="1">
              <a:buFontTx/>
              <a:buNone/>
              <a:defRPr/>
            </a:pPr>
            <a:endParaRPr lang="en-US" dirty="0"/>
          </a:p>
        </p:txBody>
      </p:sp>
      <p:grpSp>
        <p:nvGrpSpPr>
          <p:cNvPr id="89090" name="Группа 9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89100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1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89102" name="Picture 26" descr="logo1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2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3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4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5" name="AutoShape 17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7" name="Заголовок 1"/>
          <p:cNvSpPr>
            <a:spLocks noGrp="1"/>
          </p:cNvSpPr>
          <p:nvPr>
            <p:ph type="title"/>
          </p:nvPr>
        </p:nvSpPr>
        <p:spPr>
          <a:xfrm>
            <a:off x="2214546" y="142852"/>
            <a:ext cx="5429288" cy="857256"/>
          </a:xfrm>
          <a:solidFill>
            <a:schemeClr val="bg1"/>
          </a:solidFill>
          <a:extLst/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O’nli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sanoq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sistemasi</a:t>
            </a:r>
            <a:endParaRPr lang="en-US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89098" name="Picture 12" descr="nambe3"/>
          <p:cNvPicPr>
            <a:picLocks noChangeAspect="1" noChangeArrowheads="1" noCrop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666038" y="0"/>
            <a:ext cx="1477962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9" name="Picture 22" descr="spintri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507413" y="6324600"/>
            <a:ext cx="331787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72187" cy="5072062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endParaRPr lang="en-US" sz="3600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O’nlar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xonasining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birligi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birlar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xonasining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birligidan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o’n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katta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ya’ni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10:1=10 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hakazo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1138" name="Группа 9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91147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48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91149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0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2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4" name="Заголовок 1"/>
          <p:cNvSpPr>
            <a:spLocks noGrp="1"/>
          </p:cNvSpPr>
          <p:nvPr>
            <p:ph type="title"/>
          </p:nvPr>
        </p:nvSpPr>
        <p:spPr>
          <a:xfrm>
            <a:off x="2214546" y="142852"/>
            <a:ext cx="5429288" cy="857256"/>
          </a:xfrm>
          <a:solidFill>
            <a:schemeClr val="bg1"/>
          </a:solidFill>
          <a:extLst/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O’nli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sanoq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sistemasi</a:t>
            </a:r>
            <a:endParaRPr lang="en-US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91146" name="Picture 12" descr="nambe3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666038" y="0"/>
            <a:ext cx="1477962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357438" y="142875"/>
            <a:ext cx="657225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Yodda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tuting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!</a:t>
            </a:r>
            <a:endParaRPr lang="en-US" dirty="0"/>
          </a:p>
        </p:txBody>
      </p:sp>
      <p:sp>
        <p:nvSpPr>
          <p:cNvPr id="9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72187" cy="5072062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O’nli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sanoq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sistemasi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yordamida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istalgan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sonni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o’nta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raqam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yordamida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yozish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mumkin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US" b="1" i="1" dirty="0" smtClean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o’zidan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oldingi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martabadan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10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katta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o’zidan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keyingi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martabadan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10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marta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kichik</a:t>
            </a:r>
            <a:r>
              <a:rPr lang="en-US" b="1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b="1" i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2163" name="Группа 9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92171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172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92173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0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2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92170" name="Picture 17" descr="k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115300" y="15875"/>
            <a:ext cx="1028700" cy="205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357438" y="142875"/>
            <a:ext cx="657225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Misollar</a:t>
            </a:r>
            <a:endParaRPr lang="en-US" dirty="0"/>
          </a:p>
        </p:txBody>
      </p:sp>
      <p:sp>
        <p:nvSpPr>
          <p:cNvPr id="9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72187" cy="5072062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2. </a:t>
            </a:r>
            <a:r>
              <a:rPr lang="en-US" dirty="0" err="1" smtClean="0"/>
              <a:t>Quyidagi</a:t>
            </a:r>
            <a:r>
              <a:rPr lang="en-US" dirty="0" smtClean="0"/>
              <a:t> </a:t>
            </a:r>
            <a:r>
              <a:rPr lang="en-US" dirty="0" err="1" smtClean="0"/>
              <a:t>sonlarda</a:t>
            </a:r>
            <a:r>
              <a:rPr lang="en-US" dirty="0" smtClean="0"/>
              <a:t> </a:t>
            </a:r>
            <a:r>
              <a:rPr lang="en-US" dirty="0" err="1" smtClean="0"/>
              <a:t>qanday</a:t>
            </a:r>
            <a:r>
              <a:rPr lang="en-US" dirty="0" smtClean="0"/>
              <a:t> </a:t>
            </a:r>
            <a:r>
              <a:rPr lang="en-US" dirty="0" err="1" smtClean="0"/>
              <a:t>raqamlar</a:t>
            </a:r>
            <a:r>
              <a:rPr lang="en-US" dirty="0" smtClean="0"/>
              <a:t> </a:t>
            </a:r>
            <a:r>
              <a:rPr lang="en-US" dirty="0" err="1" smtClean="0"/>
              <a:t>ishtirok</a:t>
            </a:r>
            <a:r>
              <a:rPr lang="en-US" dirty="0" smtClean="0"/>
              <a:t> </a:t>
            </a:r>
            <a:r>
              <a:rPr lang="en-US" dirty="0" err="1" smtClean="0"/>
              <a:t>etayotganligini</a:t>
            </a:r>
            <a:r>
              <a:rPr lang="en-US" dirty="0" smtClean="0"/>
              <a:t> </a:t>
            </a:r>
            <a:r>
              <a:rPr lang="en-US" dirty="0" err="1" smtClean="0"/>
              <a:t>ayting</a:t>
            </a:r>
            <a:r>
              <a:rPr lang="en-US" dirty="0" smtClean="0"/>
              <a:t>,</a:t>
            </a:r>
          </a:p>
          <a:p>
            <a:pPr marL="514350" indent="-514350" eaLnBrk="1" hangingPunct="1">
              <a:buFontTx/>
              <a:buAutoNum type="arabicParenR"/>
              <a:defRPr/>
            </a:pPr>
            <a:r>
              <a:rPr lang="en-US" i="1" dirty="0" smtClean="0"/>
              <a:t>123, 454, 546, 709.</a:t>
            </a:r>
          </a:p>
          <a:p>
            <a:pPr marL="514350" indent="-514350" eaLnBrk="1" hangingPunct="1">
              <a:buFontTx/>
              <a:buAutoNum type="arabicParenR"/>
              <a:defRPr/>
            </a:pPr>
            <a:r>
              <a:rPr lang="en-US" i="1" dirty="0" smtClean="0"/>
              <a:t>15 654, 68 701,  48 790.</a:t>
            </a:r>
          </a:p>
          <a:p>
            <a:pPr marL="514350" indent="-514350" eaLnBrk="1" hangingPunct="1">
              <a:buFontTx/>
              <a:buNone/>
              <a:defRPr/>
            </a:pPr>
            <a:r>
              <a:rPr lang="en-US" dirty="0" smtClean="0"/>
              <a:t>3. </a:t>
            </a:r>
            <a:r>
              <a:rPr lang="en-US" dirty="0" err="1" smtClean="0"/>
              <a:t>Quyida</a:t>
            </a:r>
            <a:r>
              <a:rPr lang="en-US" dirty="0" smtClean="0"/>
              <a:t> 3 </a:t>
            </a:r>
            <a:r>
              <a:rPr lang="en-US" dirty="0" err="1" smtClean="0"/>
              <a:t>raqami</a:t>
            </a:r>
            <a:r>
              <a:rPr lang="en-US" dirty="0" smtClean="0"/>
              <a:t> </a:t>
            </a:r>
            <a:r>
              <a:rPr lang="en-US" dirty="0" err="1" smtClean="0"/>
              <a:t>turgan</a:t>
            </a:r>
            <a:r>
              <a:rPr lang="en-US" dirty="0" smtClean="0"/>
              <a:t> </a:t>
            </a:r>
            <a:r>
              <a:rPr lang="en-US" dirty="0" err="1" smtClean="0"/>
              <a:t>o’rniga</a:t>
            </a:r>
            <a:r>
              <a:rPr lang="en-US" dirty="0" smtClean="0"/>
              <a:t> </a:t>
            </a:r>
            <a:r>
              <a:rPr lang="en-US" dirty="0" err="1" smtClean="0"/>
              <a:t>ko’ra</a:t>
            </a:r>
            <a:r>
              <a:rPr lang="en-US" dirty="0" smtClean="0"/>
              <a:t> </a:t>
            </a:r>
            <a:r>
              <a:rPr lang="en-US" dirty="0" err="1" smtClean="0"/>
              <a:t>nimani</a:t>
            </a:r>
            <a:r>
              <a:rPr lang="en-US" dirty="0" smtClean="0"/>
              <a:t> </a:t>
            </a:r>
            <a:r>
              <a:rPr lang="en-US" dirty="0" err="1" smtClean="0"/>
              <a:t>bildiradi</a:t>
            </a:r>
            <a:r>
              <a:rPr lang="en-US" dirty="0" smtClean="0"/>
              <a:t>?</a:t>
            </a:r>
          </a:p>
          <a:p>
            <a:pPr marL="514350" indent="-514350" eaLnBrk="1" hangingPunct="1">
              <a:buFontTx/>
              <a:buAutoNum type="arabicParenR"/>
              <a:defRPr/>
            </a:pPr>
            <a:r>
              <a:rPr lang="en-US" i="1" dirty="0" smtClean="0"/>
              <a:t>13, 35, 398, 3633.</a:t>
            </a:r>
          </a:p>
          <a:p>
            <a:pPr marL="514350" indent="-514350" eaLnBrk="1" hangingPunct="1">
              <a:buFontTx/>
              <a:buAutoNum type="arabicParenR"/>
              <a:defRPr/>
            </a:pPr>
            <a:r>
              <a:rPr lang="en-US" i="1" dirty="0" smtClean="0"/>
              <a:t>73, 30, 334, 3194.</a:t>
            </a:r>
          </a:p>
          <a:p>
            <a:pPr marL="514350" indent="-514350" eaLnBrk="1" hangingPunct="1">
              <a:buFontTx/>
              <a:buNone/>
              <a:defRPr/>
            </a:pPr>
            <a:endParaRPr lang="en-US" dirty="0" smtClean="0"/>
          </a:p>
          <a:p>
            <a:pPr marL="514350" indent="-514350" eaLnBrk="1" hangingPunct="1">
              <a:buFontTx/>
              <a:buNone/>
              <a:defRPr/>
            </a:pPr>
            <a:endParaRPr lang="en-US" dirty="0"/>
          </a:p>
        </p:txBody>
      </p:sp>
      <p:grpSp>
        <p:nvGrpSpPr>
          <p:cNvPr id="93187" name="Группа 9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93195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6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93197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0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2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93194" name="Picture 36" descr="Треугольник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001000" y="5867400"/>
            <a:ext cx="762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357438" y="142875"/>
            <a:ext cx="657225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Misollar</a:t>
            </a:r>
            <a:endParaRPr lang="en-US" dirty="0"/>
          </a:p>
        </p:txBody>
      </p:sp>
      <p:sp>
        <p:nvSpPr>
          <p:cNvPr id="9" name="Содержимое 2"/>
          <p:cNvSpPr>
            <a:spLocks noGrp="1"/>
          </p:cNvSpPr>
          <p:nvPr>
            <p:ph idx="1"/>
          </p:nvPr>
        </p:nvSpPr>
        <p:spPr>
          <a:xfrm>
            <a:off x="2786063" y="1357313"/>
            <a:ext cx="6072187" cy="5072062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5. 101 </a:t>
            </a:r>
            <a:r>
              <a:rPr lang="en-US" dirty="0" err="1" smtClean="0"/>
              <a:t>sonining</a:t>
            </a:r>
            <a:r>
              <a:rPr lang="en-US" dirty="0" smtClean="0"/>
              <a:t> </a:t>
            </a:r>
            <a:r>
              <a:rPr lang="en-US" dirty="0" err="1" smtClean="0"/>
              <a:t>o’ng</a:t>
            </a:r>
            <a:r>
              <a:rPr lang="en-US" dirty="0" smtClean="0"/>
              <a:t> </a:t>
            </a:r>
            <a:r>
              <a:rPr lang="en-US" dirty="0" err="1" smtClean="0"/>
              <a:t>tomoniga</a:t>
            </a:r>
            <a:r>
              <a:rPr lang="en-US" dirty="0" smtClean="0"/>
              <a:t> 0 </a:t>
            </a:r>
            <a:r>
              <a:rPr lang="en-US" dirty="0" err="1" smtClean="0"/>
              <a:t>qo’ysak</a:t>
            </a:r>
            <a:r>
              <a:rPr lang="en-US" dirty="0" smtClean="0"/>
              <a:t>, </a:t>
            </a:r>
            <a:r>
              <a:rPr lang="en-US" dirty="0" err="1" smtClean="0"/>
              <a:t>bu</a:t>
            </a:r>
            <a:r>
              <a:rPr lang="en-US" dirty="0" smtClean="0"/>
              <a:t> son </a:t>
            </a:r>
            <a:r>
              <a:rPr lang="en-US" dirty="0" err="1" smtClean="0"/>
              <a:t>necha</a:t>
            </a:r>
            <a:r>
              <a:rPr lang="en-US" dirty="0" smtClean="0"/>
              <a:t> </a:t>
            </a:r>
            <a:r>
              <a:rPr lang="en-US" dirty="0" err="1" smtClean="0"/>
              <a:t>marta</a:t>
            </a:r>
            <a:r>
              <a:rPr lang="en-US" dirty="0" smtClean="0"/>
              <a:t> </a:t>
            </a:r>
            <a:r>
              <a:rPr lang="en-US" dirty="0" err="1" smtClean="0"/>
              <a:t>ortadi</a:t>
            </a:r>
            <a:r>
              <a:rPr lang="en-US" dirty="0" smtClean="0"/>
              <a:t>? </a:t>
            </a:r>
            <a:r>
              <a:rPr lang="en-US" dirty="0" err="1" smtClean="0"/>
              <a:t>Nechtaga</a:t>
            </a:r>
            <a:r>
              <a:rPr lang="en-US" dirty="0" smtClean="0"/>
              <a:t> </a:t>
            </a:r>
            <a:r>
              <a:rPr lang="en-US" dirty="0" err="1" smtClean="0"/>
              <a:t>ortadi</a:t>
            </a:r>
            <a:r>
              <a:rPr lang="en-US" dirty="0" smtClean="0"/>
              <a:t>? </a:t>
            </a:r>
            <a:r>
              <a:rPr lang="en-US" dirty="0" err="1" smtClean="0"/>
              <a:t>Ikkita</a:t>
            </a:r>
            <a:r>
              <a:rPr lang="en-US" dirty="0" smtClean="0"/>
              <a:t> </a:t>
            </a:r>
            <a:r>
              <a:rPr lang="en-US" dirty="0" err="1" smtClean="0"/>
              <a:t>nol</a:t>
            </a:r>
            <a:r>
              <a:rPr lang="en-US" dirty="0" smtClean="0"/>
              <a:t> </a:t>
            </a:r>
            <a:r>
              <a:rPr lang="en-US" dirty="0" err="1" smtClean="0"/>
              <a:t>qo’ysakchi</a:t>
            </a:r>
            <a:r>
              <a:rPr lang="en-US" dirty="0" smtClean="0"/>
              <a:t>?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6. </a:t>
            </a:r>
            <a:r>
              <a:rPr lang="en-US" dirty="0" err="1" smtClean="0"/>
              <a:t>Quyidagi</a:t>
            </a:r>
            <a:r>
              <a:rPr lang="en-US" dirty="0" smtClean="0"/>
              <a:t> </a:t>
            </a:r>
            <a:r>
              <a:rPr lang="en-US" dirty="0" err="1" smtClean="0"/>
              <a:t>raqamlar</a:t>
            </a:r>
            <a:r>
              <a:rPr lang="en-US" dirty="0" smtClean="0"/>
              <a:t> </a:t>
            </a:r>
            <a:r>
              <a:rPr lang="en-US" dirty="0" err="1" smtClean="0"/>
              <a:t>ishtirok</a:t>
            </a:r>
            <a:r>
              <a:rPr lang="en-US" dirty="0" smtClean="0"/>
              <a:t> </a:t>
            </a:r>
            <a:r>
              <a:rPr lang="en-US" dirty="0" err="1" smtClean="0"/>
              <a:t>etgan</a:t>
            </a:r>
            <a:r>
              <a:rPr lang="en-US" dirty="0" smtClean="0"/>
              <a:t> </a:t>
            </a:r>
            <a:r>
              <a:rPr lang="en-US" dirty="0" err="1" smtClean="0"/>
              <a:t>barcha</a:t>
            </a:r>
            <a:r>
              <a:rPr lang="en-US" dirty="0" smtClean="0"/>
              <a:t> </a:t>
            </a:r>
            <a:r>
              <a:rPr lang="en-US" dirty="0" err="1" smtClean="0"/>
              <a:t>uch</a:t>
            </a:r>
            <a:r>
              <a:rPr lang="en-US" dirty="0" smtClean="0"/>
              <a:t> </a:t>
            </a:r>
            <a:r>
              <a:rPr lang="en-US" dirty="0" err="1" smtClean="0"/>
              <a:t>xonali</a:t>
            </a:r>
            <a:r>
              <a:rPr lang="en-US" dirty="0" smtClean="0"/>
              <a:t> </a:t>
            </a:r>
            <a:r>
              <a:rPr lang="en-US" dirty="0" err="1" smtClean="0"/>
              <a:t>sonlarni</a:t>
            </a:r>
            <a:r>
              <a:rPr lang="en-US" dirty="0" smtClean="0"/>
              <a:t> </a:t>
            </a:r>
            <a:r>
              <a:rPr lang="en-US" dirty="0" err="1" smtClean="0"/>
              <a:t>yozing</a:t>
            </a:r>
            <a:r>
              <a:rPr lang="en-US" dirty="0" smtClean="0"/>
              <a:t>(</a:t>
            </a:r>
            <a:r>
              <a:rPr lang="en-US" dirty="0" err="1" smtClean="0"/>
              <a:t>raqamlar</a:t>
            </a:r>
            <a:r>
              <a:rPr lang="en-US" dirty="0" smtClean="0"/>
              <a:t> </a:t>
            </a:r>
            <a:r>
              <a:rPr lang="en-US" dirty="0" err="1" smtClean="0"/>
              <a:t>takrorlanmasin</a:t>
            </a:r>
            <a:r>
              <a:rPr lang="en-US" dirty="0" smtClean="0"/>
              <a:t>).</a:t>
            </a:r>
          </a:p>
          <a:p>
            <a:pPr marL="514350" indent="-514350" eaLnBrk="1" hangingPunct="1">
              <a:buFontTx/>
              <a:buAutoNum type="arabicParenR"/>
              <a:defRPr/>
            </a:pPr>
            <a:r>
              <a:rPr lang="en-US" dirty="0" smtClean="0"/>
              <a:t> 2, 3, 4</a:t>
            </a:r>
          </a:p>
          <a:p>
            <a:pPr marL="514350" indent="-514350" eaLnBrk="1" hangingPunct="1">
              <a:buFontTx/>
              <a:buAutoNum type="arabicParenR"/>
              <a:defRPr/>
            </a:pPr>
            <a:r>
              <a:rPr lang="en-US" dirty="0" smtClean="0"/>
              <a:t>0, 3, 9</a:t>
            </a:r>
          </a:p>
          <a:p>
            <a:pPr marL="514350" indent="-514350" eaLnBrk="1" hangingPunct="1">
              <a:buFontTx/>
              <a:buAutoNum type="arabicParenR"/>
              <a:defRPr/>
            </a:pPr>
            <a:endParaRPr lang="en-US" dirty="0"/>
          </a:p>
        </p:txBody>
      </p:sp>
      <p:grpSp>
        <p:nvGrpSpPr>
          <p:cNvPr id="94211" name="Группа 9"/>
          <p:cNvGrpSpPr>
            <a:grpSpLocks/>
          </p:cNvGrpSpPr>
          <p:nvPr/>
        </p:nvGrpSpPr>
        <p:grpSpPr bwMode="auto">
          <a:xfrm>
            <a:off x="214313" y="71438"/>
            <a:ext cx="8548687" cy="6786562"/>
            <a:chOff x="214282" y="71438"/>
            <a:chExt cx="8548718" cy="6786562"/>
          </a:xfrm>
        </p:grpSpPr>
        <p:sp>
          <p:nvSpPr>
            <p:cNvPr id="94218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4219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pic>
          <p:nvPicPr>
            <p:cNvPr id="94220" name="Picture 26" descr="logo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14282" y="71438"/>
              <a:ext cx="2012067" cy="1000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0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2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357438" y="142875"/>
            <a:ext cx="657225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Uyga</a:t>
            </a:r>
            <a:r>
              <a:rPr lang="en-US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vazifa</a:t>
            </a:r>
            <a:endParaRPr lang="en-US" dirty="0"/>
          </a:p>
        </p:txBody>
      </p:sp>
      <p:sp>
        <p:nvSpPr>
          <p:cNvPr id="95234" name="Содержимое 2"/>
          <p:cNvSpPr>
            <a:spLocks noGrp="1"/>
          </p:cNvSpPr>
          <p:nvPr>
            <p:ph idx="1"/>
          </p:nvPr>
        </p:nvSpPr>
        <p:spPr>
          <a:xfrm>
            <a:off x="2786063" y="2643188"/>
            <a:ext cx="6072187" cy="3786187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5400" smtClean="0"/>
              <a:t>9 – va 10 –  misollar </a:t>
            </a:r>
          </a:p>
        </p:txBody>
      </p:sp>
      <p:grpSp>
        <p:nvGrpSpPr>
          <p:cNvPr id="95235" name="Группа 9"/>
          <p:cNvGrpSpPr>
            <a:grpSpLocks/>
          </p:cNvGrpSpPr>
          <p:nvPr/>
        </p:nvGrpSpPr>
        <p:grpSpPr bwMode="auto">
          <a:xfrm>
            <a:off x="838200" y="1143000"/>
            <a:ext cx="7924800" cy="5715000"/>
            <a:chOff x="838200" y="1143000"/>
            <a:chExt cx="7924800" cy="5715000"/>
          </a:xfrm>
        </p:grpSpPr>
        <p:sp>
          <p:nvSpPr>
            <p:cNvPr id="95245" name="Line 9"/>
            <p:cNvSpPr>
              <a:spLocks noChangeShapeType="1"/>
            </p:cNvSpPr>
            <p:nvPr/>
          </p:nvSpPr>
          <p:spPr bwMode="auto">
            <a:xfrm>
              <a:off x="838200" y="1143000"/>
              <a:ext cx="7924800" cy="0"/>
            </a:xfrm>
            <a:prstGeom prst="line">
              <a:avLst/>
            </a:prstGeom>
            <a:noFill/>
            <a:ln w="57150" cmpd="thinThick">
              <a:solidFill>
                <a:srgbClr val="8D8C79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5246" name="Line 14"/>
            <p:cNvSpPr>
              <a:spLocks noChangeShapeType="1"/>
            </p:cNvSpPr>
            <p:nvPr/>
          </p:nvSpPr>
          <p:spPr bwMode="auto">
            <a:xfrm>
              <a:off x="2590800" y="1295400"/>
              <a:ext cx="0" cy="5562600"/>
            </a:xfrm>
            <a:prstGeom prst="line">
              <a:avLst/>
            </a:prstGeom>
            <a:noFill/>
            <a:ln w="76200" cmpd="tri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95236" name="Picture 2" descr="H:\Мои рисунки\Slayd tayyorlash uchun kerak bo'lishi mumkin bo'lgan rasmlar\image0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7146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AutoShape 1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AutoShape 1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04800" y="1714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Bosh sahifa</a:t>
            </a:r>
            <a:endParaRPr lang="ru-RU" sz="1600" b="1" i="1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AutoShape 1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85750" y="325755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Yodda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tuting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0" name="AutoShap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85750" y="4000500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Misollar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AutoShape 1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85750" y="4757738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Uyga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vazifa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2" name="AutoShape 1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285750" y="2500313"/>
            <a:ext cx="2057400" cy="457200"/>
          </a:xfrm>
          <a:prstGeom prst="roundRect">
            <a:avLst>
              <a:gd name="adj" fmla="val 16148"/>
            </a:avLst>
          </a:prstGeom>
          <a:gradFill rotWithShape="0">
            <a:gsLst>
              <a:gs pos="0">
                <a:schemeClr val="bg1"/>
              </a:gs>
              <a:gs pos="100000">
                <a:srgbClr val="F7AE7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59595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Yangi</a:t>
            </a:r>
            <a:r>
              <a:rPr lang="en-US" sz="1600" b="1" i="1" dirty="0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US" sz="1600" b="1" i="1" dirty="0" err="1">
                <a:solidFill>
                  <a:srgbClr val="CE5D1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mavzu</a:t>
            </a:r>
            <a:endParaRPr lang="ru-RU" sz="1600" b="1" i="1" dirty="0">
              <a:solidFill>
                <a:srgbClr val="CE5D1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95243" name="Picture 22" descr="nambe2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143375" y="4143375"/>
            <a:ext cx="1500188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244" name="Picture 23" descr="nambe2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43563" y="4143375"/>
            <a:ext cx="1500187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f652e38feeb64d425348a34c13cd7bfe1d8e38"/>
</p:tagLst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Тема1">
  <a:themeElements>
    <a:clrScheme name="Оформление по умолчанию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Тема1">
  <a:themeElements>
    <a:clrScheme name="Капсулы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Другая 1">
      <a:majorFont>
        <a:latin typeface="Bookman Old Style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Капсулы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Пастель">
  <a:themeElements>
    <a:clrScheme name="Пастель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Пастель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астель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стель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стель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стель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План">
  <a:themeElements>
    <a:clrScheme name="План 8">
      <a:dk1>
        <a:srgbClr val="000000"/>
      </a:dk1>
      <a:lt1>
        <a:srgbClr val="FFFFFF"/>
      </a:lt1>
      <a:dk2>
        <a:srgbClr val="8C0039"/>
      </a:dk2>
      <a:lt2>
        <a:srgbClr val="660066"/>
      </a:lt2>
      <a:accent1>
        <a:srgbClr val="C58BF9"/>
      </a:accent1>
      <a:accent2>
        <a:srgbClr val="9966FF"/>
      </a:accent2>
      <a:accent3>
        <a:srgbClr val="FFFFFF"/>
      </a:accent3>
      <a:accent4>
        <a:srgbClr val="000000"/>
      </a:accent4>
      <a:accent5>
        <a:srgbClr val="DFC4FB"/>
      </a:accent5>
      <a:accent6>
        <a:srgbClr val="8A5CE7"/>
      </a:accent6>
      <a:hlink>
        <a:srgbClr val="E4005C"/>
      </a:hlink>
      <a:folHlink>
        <a:srgbClr val="C36C03"/>
      </a:folHlink>
    </a:clrScheme>
    <a:fontScheme name="План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лан 1">
        <a:dk1>
          <a:srgbClr val="777777"/>
        </a:dk1>
        <a:lt1>
          <a:srgbClr val="FFFFFF"/>
        </a:lt1>
        <a:dk2>
          <a:srgbClr val="333333"/>
        </a:dk2>
        <a:lt2>
          <a:srgbClr val="FFF4C3"/>
        </a:lt2>
        <a:accent1>
          <a:srgbClr val="C892FA"/>
        </a:accent1>
        <a:accent2>
          <a:srgbClr val="9966FF"/>
        </a:accent2>
        <a:accent3>
          <a:srgbClr val="ADADAD"/>
        </a:accent3>
        <a:accent4>
          <a:srgbClr val="DADADA"/>
        </a:accent4>
        <a:accent5>
          <a:srgbClr val="E0C7FC"/>
        </a:accent5>
        <a:accent6>
          <a:srgbClr val="8A5CE7"/>
        </a:accent6>
        <a:hlink>
          <a:srgbClr val="E4005C"/>
        </a:hlink>
        <a:folHlink>
          <a:srgbClr val="DC7A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лан 2">
        <a:dk1>
          <a:srgbClr val="1C1C1C"/>
        </a:dk1>
        <a:lt1>
          <a:srgbClr val="FFFFFF"/>
        </a:lt1>
        <a:dk2>
          <a:srgbClr val="5F5F5F"/>
        </a:dk2>
        <a:lt2>
          <a:srgbClr val="FFFFCC"/>
        </a:lt2>
        <a:accent1>
          <a:srgbClr val="4A5B64"/>
        </a:accent1>
        <a:accent2>
          <a:srgbClr val="AF9387"/>
        </a:accent2>
        <a:accent3>
          <a:srgbClr val="B6B6B6"/>
        </a:accent3>
        <a:accent4>
          <a:srgbClr val="DADADA"/>
        </a:accent4>
        <a:accent5>
          <a:srgbClr val="B1B5B8"/>
        </a:accent5>
        <a:accent6>
          <a:srgbClr val="9E857A"/>
        </a:accent6>
        <a:hlink>
          <a:srgbClr val="F3C43F"/>
        </a:hlink>
        <a:folHlink>
          <a:srgbClr val="66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лан 3">
        <a:dk1>
          <a:srgbClr val="4D4D4D"/>
        </a:dk1>
        <a:lt1>
          <a:srgbClr val="FFFFFF"/>
        </a:lt1>
        <a:dk2>
          <a:srgbClr val="666699"/>
        </a:dk2>
        <a:lt2>
          <a:srgbClr val="FFFFCC"/>
        </a:lt2>
        <a:accent1>
          <a:srgbClr val="8D8DB3"/>
        </a:accent1>
        <a:accent2>
          <a:srgbClr val="7A25D7"/>
        </a:accent2>
        <a:accent3>
          <a:srgbClr val="B8B8CA"/>
        </a:accent3>
        <a:accent4>
          <a:srgbClr val="DADADA"/>
        </a:accent4>
        <a:accent5>
          <a:srgbClr val="C5C5D6"/>
        </a:accent5>
        <a:accent6>
          <a:srgbClr val="6E20C3"/>
        </a:accent6>
        <a:hlink>
          <a:srgbClr val="66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лан 4">
        <a:dk1>
          <a:srgbClr val="10187C"/>
        </a:dk1>
        <a:lt1>
          <a:srgbClr val="F8F8F8"/>
        </a:lt1>
        <a:dk2>
          <a:srgbClr val="538DC7"/>
        </a:dk2>
        <a:lt2>
          <a:srgbClr val="CCECFF"/>
        </a:lt2>
        <a:accent1>
          <a:srgbClr val="879EC7"/>
        </a:accent1>
        <a:accent2>
          <a:srgbClr val="461B8B"/>
        </a:accent2>
        <a:accent3>
          <a:srgbClr val="B3C5E0"/>
        </a:accent3>
        <a:accent4>
          <a:srgbClr val="D4D4D4"/>
        </a:accent4>
        <a:accent5>
          <a:srgbClr val="C3CCE0"/>
        </a:accent5>
        <a:accent6>
          <a:srgbClr val="3F177D"/>
        </a:accent6>
        <a:hlink>
          <a:srgbClr val="0000FF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лан 5">
        <a:dk1>
          <a:srgbClr val="002F2E"/>
        </a:dk1>
        <a:lt1>
          <a:srgbClr val="FFFFFF"/>
        </a:lt1>
        <a:dk2>
          <a:srgbClr val="008080"/>
        </a:dk2>
        <a:lt2>
          <a:srgbClr val="FFFFCC"/>
        </a:lt2>
        <a:accent1>
          <a:srgbClr val="0E6A52"/>
        </a:accent1>
        <a:accent2>
          <a:srgbClr val="3553A7"/>
        </a:accent2>
        <a:accent3>
          <a:srgbClr val="AAC0C0"/>
        </a:accent3>
        <a:accent4>
          <a:srgbClr val="DADADA"/>
        </a:accent4>
        <a:accent5>
          <a:srgbClr val="AAB9B3"/>
        </a:accent5>
        <a:accent6>
          <a:srgbClr val="2F4A97"/>
        </a:accent6>
        <a:hlink>
          <a:srgbClr val="1ACE9F"/>
        </a:hlink>
        <a:folHlink>
          <a:srgbClr val="B5B5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лан 6">
        <a:dk1>
          <a:srgbClr val="000000"/>
        </a:dk1>
        <a:lt1>
          <a:srgbClr val="E3FFFF"/>
        </a:lt1>
        <a:dk2>
          <a:srgbClr val="4400A8"/>
        </a:dk2>
        <a:lt2>
          <a:srgbClr val="005452"/>
        </a:lt2>
        <a:accent1>
          <a:srgbClr val="92CAC9"/>
        </a:accent1>
        <a:accent2>
          <a:srgbClr val="009999"/>
        </a:accent2>
        <a:accent3>
          <a:srgbClr val="EFFFFF"/>
        </a:accent3>
        <a:accent4>
          <a:srgbClr val="000000"/>
        </a:accent4>
        <a:accent5>
          <a:srgbClr val="C7E1E1"/>
        </a:accent5>
        <a:accent6>
          <a:srgbClr val="008A8A"/>
        </a:accent6>
        <a:hlink>
          <a:srgbClr val="187C16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лан 7">
        <a:dk1>
          <a:srgbClr val="000000"/>
        </a:dk1>
        <a:lt1>
          <a:srgbClr val="CCFF99"/>
        </a:lt1>
        <a:dk2>
          <a:srgbClr val="CC99FF"/>
        </a:dk2>
        <a:lt2>
          <a:srgbClr val="1B3600"/>
        </a:lt2>
        <a:accent1>
          <a:srgbClr val="009900"/>
        </a:accent1>
        <a:accent2>
          <a:srgbClr val="B7CA02"/>
        </a:accent2>
        <a:accent3>
          <a:srgbClr val="E2FFCA"/>
        </a:accent3>
        <a:accent4>
          <a:srgbClr val="000000"/>
        </a:accent4>
        <a:accent5>
          <a:srgbClr val="AACAAA"/>
        </a:accent5>
        <a:accent6>
          <a:srgbClr val="A6B702"/>
        </a:accent6>
        <a:hlink>
          <a:srgbClr val="FFCC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лан 8">
        <a:dk1>
          <a:srgbClr val="000000"/>
        </a:dk1>
        <a:lt1>
          <a:srgbClr val="FFFFFF"/>
        </a:lt1>
        <a:dk2>
          <a:srgbClr val="8C0039"/>
        </a:dk2>
        <a:lt2>
          <a:srgbClr val="660066"/>
        </a:lt2>
        <a:accent1>
          <a:srgbClr val="C58BF9"/>
        </a:accent1>
        <a:accent2>
          <a:srgbClr val="9966FF"/>
        </a:accent2>
        <a:accent3>
          <a:srgbClr val="FFFFFF"/>
        </a:accent3>
        <a:accent4>
          <a:srgbClr val="000000"/>
        </a:accent4>
        <a:accent5>
          <a:srgbClr val="DFC4FB"/>
        </a:accent5>
        <a:accent6>
          <a:srgbClr val="8A5CE7"/>
        </a:accent6>
        <a:hlink>
          <a:srgbClr val="E4005C"/>
        </a:hlink>
        <a:folHlink>
          <a:srgbClr val="C36C0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Кутюр">
  <a:themeElements>
    <a:clrScheme name="Кутюр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Смокинг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Кутюр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200</TotalTime>
  <Words>622</Words>
  <Application>Microsoft Office PowerPoint</Application>
  <PresentationFormat>Экран (4:3)</PresentationFormat>
  <Paragraphs>138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16</vt:i4>
      </vt:variant>
    </vt:vector>
  </HeadingPairs>
  <TitlesOfParts>
    <vt:vector size="30" baseType="lpstr">
      <vt:lpstr>Arial</vt:lpstr>
      <vt:lpstr>Bookman Old Style</vt:lpstr>
      <vt:lpstr>Calibri</vt:lpstr>
      <vt:lpstr>Comic Sans MS</vt:lpstr>
      <vt:lpstr>Constantia</vt:lpstr>
      <vt:lpstr>Garamond</vt:lpstr>
      <vt:lpstr>Times New Roman</vt:lpstr>
      <vt:lpstr>Wingdings</vt:lpstr>
      <vt:lpstr>Тема1</vt:lpstr>
      <vt:lpstr>Тема Office</vt:lpstr>
      <vt:lpstr>1_Тема1</vt:lpstr>
      <vt:lpstr>Пастель</vt:lpstr>
      <vt:lpstr>План</vt:lpstr>
      <vt:lpstr>Кутюр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Takrorlash</vt:lpstr>
      <vt:lpstr>Презентация PowerPoint</vt:lpstr>
      <vt:lpstr>Презентация PowerPoint</vt:lpstr>
      <vt:lpstr>O’nli sanoq sistemasi</vt:lpstr>
      <vt:lpstr>O’nli sanoq sistemasi</vt:lpstr>
      <vt:lpstr>O’nli sanoq sistemasi</vt:lpstr>
      <vt:lpstr>O’nli sanoq sistemasi</vt:lpstr>
      <vt:lpstr>Yodda tuting!</vt:lpstr>
      <vt:lpstr>Misollar</vt:lpstr>
      <vt:lpstr>Misollar</vt:lpstr>
      <vt:lpstr>Uyga vazifa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-=MSJON=-</dc:title>
  <dc:subject>www.MSJON.spaces.ru</dc:subject>
  <dc:creator>-=MSJON=-</dc:creator>
  <cp:lastModifiedBy>Diyorbek Umaraliyev</cp:lastModifiedBy>
  <cp:revision>31</cp:revision>
  <dcterms:created xsi:type="dcterms:W3CDTF">2012-02-29T17:56:13Z</dcterms:created>
  <dcterms:modified xsi:type="dcterms:W3CDTF">2025-11-19T10:56:32Z</dcterms:modified>
</cp:coreProperties>
</file>